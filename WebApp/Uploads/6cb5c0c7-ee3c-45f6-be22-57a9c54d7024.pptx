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6" r:id="rId1"/>
  </p:sldMasterIdLst>
  <p:notesMasterIdLst>
    <p:notesMasterId r:id="rId11"/>
  </p:notesMasterIdLst>
  <p:sldIdLst>
    <p:sldId id="256" r:id="rId2"/>
    <p:sldId id="257" r:id="rId3"/>
    <p:sldId id="258" r:id="rId4"/>
    <p:sldId id="313" r:id="rId5"/>
    <p:sldId id="314" r:id="rId6"/>
    <p:sldId id="315" r:id="rId7"/>
    <p:sldId id="316" r:id="rId8"/>
    <p:sldId id="318" r:id="rId9"/>
    <p:sldId id="317"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747775"/>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5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69D228-0378-4D48-9D73-5679B946FA8D}">
  <a:tblStyle styleId="{F569D228-0378-4D48-9D73-5679B946FA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9769505-C313-4F46-9A64-6C729731986A}"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706" y="72"/>
      </p:cViewPr>
      <p:guideLst>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2253293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34750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63076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081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58331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32173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61122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233164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51889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552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96950" y="1185050"/>
            <a:ext cx="6350100" cy="17052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07675" y="3235425"/>
            <a:ext cx="4528800" cy="475800"/>
          </a:xfrm>
          <a:prstGeom prst="rect">
            <a:avLst/>
          </a:prstGeom>
          <a:solidFill>
            <a:schemeClr val="dk1"/>
          </a:solidFill>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accent3"/>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981100" y="-506550"/>
            <a:ext cx="3590698" cy="5740468"/>
            <a:chOff x="-981100" y="-506550"/>
            <a:chExt cx="3590698" cy="5740468"/>
          </a:xfrm>
        </p:grpSpPr>
        <p:sp>
          <p:nvSpPr>
            <p:cNvPr id="12" name="Google Shape;12;p2"/>
            <p:cNvSpPr/>
            <p:nvPr/>
          </p:nvSpPr>
          <p:spPr>
            <a:xfrm>
              <a:off x="332304" y="3481363"/>
              <a:ext cx="1440194" cy="1662138"/>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3" name="Google Shape;13;p2"/>
            <p:cNvSpPr/>
            <p:nvPr/>
          </p:nvSpPr>
          <p:spPr>
            <a:xfrm>
              <a:off x="344546" y="-506550"/>
              <a:ext cx="2130779" cy="1229617"/>
            </a:xfrm>
            <a:custGeom>
              <a:avLst/>
              <a:gdLst/>
              <a:ahLst/>
              <a:cxnLst/>
              <a:rect l="l" t="t" r="r" b="b"/>
              <a:pathLst>
                <a:path w="1771" h="1022" extrusionOk="0">
                  <a:moveTo>
                    <a:pt x="1771" y="341"/>
                  </a:moveTo>
                  <a:lnTo>
                    <a:pt x="1180" y="0"/>
                  </a:lnTo>
                  <a:lnTo>
                    <a:pt x="1180" y="0"/>
                  </a:lnTo>
                  <a:lnTo>
                    <a:pt x="590" y="341"/>
                  </a:lnTo>
                  <a:lnTo>
                    <a:pt x="0" y="681"/>
                  </a:lnTo>
                  <a:lnTo>
                    <a:pt x="590" y="1022"/>
                  </a:lnTo>
                  <a:lnTo>
                    <a:pt x="590" y="1022"/>
                  </a:lnTo>
                  <a:lnTo>
                    <a:pt x="1180" y="681"/>
                  </a:lnTo>
                  <a:lnTo>
                    <a:pt x="590" y="341"/>
                  </a:lnTo>
                  <a:lnTo>
                    <a:pt x="1180" y="681"/>
                  </a:lnTo>
                  <a:lnTo>
                    <a:pt x="1180" y="681"/>
                  </a:lnTo>
                  <a:lnTo>
                    <a:pt x="177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14" name="Google Shape;14;p2"/>
            <p:cNvCxnSpPr/>
            <p:nvPr/>
          </p:nvCxnSpPr>
          <p:spPr>
            <a:xfrm flipH="1">
              <a:off x="672932" y="250230"/>
              <a:ext cx="430800" cy="245100"/>
            </a:xfrm>
            <a:prstGeom prst="straightConnector1">
              <a:avLst/>
            </a:prstGeom>
            <a:noFill/>
            <a:ln w="9525" cap="flat" cmpd="sng">
              <a:solidFill>
                <a:schemeClr val="dk1"/>
              </a:solidFill>
              <a:prstDash val="solid"/>
              <a:miter lim="800000"/>
              <a:headEnd type="none" w="med" len="med"/>
              <a:tailEnd type="none" w="med" len="med"/>
            </a:ln>
          </p:spPr>
        </p:cxnSp>
        <p:grpSp>
          <p:nvGrpSpPr>
            <p:cNvPr id="15" name="Google Shape;15;p2"/>
            <p:cNvGrpSpPr/>
            <p:nvPr/>
          </p:nvGrpSpPr>
          <p:grpSpPr>
            <a:xfrm>
              <a:off x="-981100" y="-86304"/>
              <a:ext cx="3590698" cy="5320222"/>
              <a:chOff x="-8795677" y="-2878949"/>
              <a:chExt cx="5568700" cy="8253525"/>
            </a:xfrm>
          </p:grpSpPr>
          <p:sp>
            <p:nvSpPr>
              <p:cNvPr id="16" name="Google Shape;16;p2"/>
              <p:cNvSpPr/>
              <p:nvPr/>
            </p:nvSpPr>
            <p:spPr>
              <a:xfrm>
                <a:off x="-6734445" y="-1822008"/>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7" name="Google Shape;17;p2"/>
              <p:cNvSpPr/>
              <p:nvPr/>
            </p:nvSpPr>
            <p:spPr>
              <a:xfrm>
                <a:off x="-7844364" y="-2878949"/>
                <a:ext cx="2216312" cy="2499145"/>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8" name="Google Shape;18;p2"/>
              <p:cNvSpPr/>
              <p:nvPr/>
            </p:nvSpPr>
            <p:spPr>
              <a:xfrm>
                <a:off x="-8795677" y="-2713724"/>
                <a:ext cx="5568700" cy="8088300"/>
              </a:xfrm>
              <a:custGeom>
                <a:avLst/>
                <a:gdLst/>
                <a:ahLst/>
                <a:cxnLst/>
                <a:rect l="l" t="t" r="r" b="b"/>
                <a:pathLst>
                  <a:path w="222748" h="323532" extrusionOk="0">
                    <a:moveTo>
                      <a:pt x="222748" y="323532"/>
                    </a:moveTo>
                    <a:lnTo>
                      <a:pt x="105273" y="259085"/>
                    </a:lnTo>
                    <a:lnTo>
                      <a:pt x="106064" y="57079"/>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grpSp>
        <p:nvGrpSpPr>
          <p:cNvPr id="19" name="Google Shape;19;p2"/>
          <p:cNvGrpSpPr/>
          <p:nvPr/>
        </p:nvGrpSpPr>
        <p:grpSpPr>
          <a:xfrm>
            <a:off x="8081810" y="1775"/>
            <a:ext cx="2285994" cy="5139934"/>
            <a:chOff x="7830535" y="-501900"/>
            <a:chExt cx="2285994" cy="5139934"/>
          </a:xfrm>
        </p:grpSpPr>
        <p:sp>
          <p:nvSpPr>
            <p:cNvPr id="20" name="Google Shape;20;p2"/>
            <p:cNvSpPr/>
            <p:nvPr/>
          </p:nvSpPr>
          <p:spPr>
            <a:xfrm>
              <a:off x="8533004" y="2736606"/>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gradFill>
              <a:gsLst>
                <a:gs pos="0">
                  <a:schemeClr val="accent2"/>
                </a:gs>
                <a:gs pos="100000">
                  <a:schemeClr val="accent3"/>
                </a:gs>
              </a:gsLst>
              <a:lin ang="5400012" scaled="0"/>
            </a:gra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1" name="Google Shape;21;p2"/>
            <p:cNvSpPr/>
            <p:nvPr/>
          </p:nvSpPr>
          <p:spPr>
            <a:xfrm>
              <a:off x="8533004" y="2330604"/>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2" name="Google Shape;22;p2"/>
            <p:cNvSpPr/>
            <p:nvPr/>
          </p:nvSpPr>
          <p:spPr>
            <a:xfrm>
              <a:off x="7830535" y="-5018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3" name="Google Shape;23;p2"/>
            <p:cNvSpPr/>
            <p:nvPr/>
          </p:nvSpPr>
          <p:spPr>
            <a:xfrm>
              <a:off x="8710401" y="539504"/>
              <a:ext cx="702469" cy="1216819"/>
            </a:xfrm>
            <a:custGeom>
              <a:avLst/>
              <a:gdLst/>
              <a:ahLst/>
              <a:cxnLst/>
              <a:rect l="l" t="t" r="r" b="b"/>
              <a:pathLst>
                <a:path w="590" h="1022" extrusionOk="0">
                  <a:moveTo>
                    <a:pt x="590" y="340"/>
                  </a:moveTo>
                  <a:lnTo>
                    <a:pt x="0" y="0"/>
                  </a:lnTo>
                  <a:lnTo>
                    <a:pt x="0" y="680"/>
                  </a:lnTo>
                  <a:lnTo>
                    <a:pt x="590" y="1022"/>
                  </a:lnTo>
                  <a:lnTo>
                    <a:pt x="590" y="340"/>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4" name="Google Shape;24;p2"/>
            <p:cNvSpPr/>
            <p:nvPr/>
          </p:nvSpPr>
          <p:spPr>
            <a:xfrm>
              <a:off x="7830535" y="3015213"/>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 name="Google Shape;25;p2"/>
            <p:cNvSpPr/>
            <p:nvPr/>
          </p:nvSpPr>
          <p:spPr>
            <a:xfrm>
              <a:off x="8710401" y="1756322"/>
              <a:ext cx="1406128" cy="809625"/>
            </a:xfrm>
            <a:custGeom>
              <a:avLst/>
              <a:gdLst/>
              <a:ahLst/>
              <a:cxnLst/>
              <a:rect l="l" t="t" r="r" b="b"/>
              <a:pathLst>
                <a:path w="1181" h="680" extrusionOk="0">
                  <a:moveTo>
                    <a:pt x="590" y="680"/>
                  </a:moveTo>
                  <a:lnTo>
                    <a:pt x="1181" y="340"/>
                  </a:lnTo>
                  <a:lnTo>
                    <a:pt x="590" y="0"/>
                  </a:lnTo>
                  <a:lnTo>
                    <a:pt x="590" y="0"/>
                  </a:lnTo>
                  <a:lnTo>
                    <a:pt x="0" y="340"/>
                  </a:lnTo>
                  <a:lnTo>
                    <a:pt x="590" y="680"/>
                  </a:lnTo>
                  <a:lnTo>
                    <a:pt x="590" y="68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6" name="Google Shape;26;p2"/>
            <p:cNvSpPr/>
            <p:nvPr/>
          </p:nvSpPr>
          <p:spPr>
            <a:xfrm>
              <a:off x="8182950" y="-501900"/>
              <a:ext cx="1625425" cy="5058875"/>
            </a:xfrm>
            <a:custGeom>
              <a:avLst/>
              <a:gdLst/>
              <a:ahLst/>
              <a:cxnLst/>
              <a:rect l="l" t="t" r="r" b="b"/>
              <a:pathLst>
                <a:path w="65017" h="202355" extrusionOk="0">
                  <a:moveTo>
                    <a:pt x="0" y="0"/>
                  </a:moveTo>
                  <a:lnTo>
                    <a:pt x="0" y="165164"/>
                  </a:lnTo>
                  <a:lnTo>
                    <a:pt x="65017" y="202355"/>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7" name="Google Shape;27;p2"/>
            <p:cNvSpPr/>
            <p:nvPr/>
          </p:nvSpPr>
          <p:spPr>
            <a:xfrm>
              <a:off x="9058063" y="1147913"/>
              <a:ext cx="647700" cy="1047750"/>
            </a:xfrm>
            <a:custGeom>
              <a:avLst/>
              <a:gdLst/>
              <a:ahLst/>
              <a:cxnLst/>
              <a:rect l="l" t="t" r="r" b="b"/>
              <a:pathLst>
                <a:path w="544" h="880" extrusionOk="0">
                  <a:moveTo>
                    <a:pt x="178" y="880"/>
                  </a:moveTo>
                  <a:lnTo>
                    <a:pt x="544" y="651"/>
                  </a:lnTo>
                  <a:lnTo>
                    <a:pt x="544" y="329"/>
                  </a:lnTo>
                  <a:lnTo>
                    <a:pt x="0" y="0"/>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51"/>
        <p:cNvGrpSpPr/>
        <p:nvPr/>
      </p:nvGrpSpPr>
      <p:grpSpPr>
        <a:xfrm>
          <a:off x="0" y="0"/>
          <a:ext cx="0" cy="0"/>
          <a:chOff x="0" y="0"/>
          <a:chExt cx="0" cy="0"/>
        </a:xfrm>
      </p:grpSpPr>
      <p:sp>
        <p:nvSpPr>
          <p:cNvPr id="52" name="Google Shape;52;p6"/>
          <p:cNvSpPr txBox="1">
            <a:spLocks noGrp="1"/>
          </p:cNvSpPr>
          <p:nvPr>
            <p:ph type="title"/>
          </p:nvPr>
        </p:nvSpPr>
        <p:spPr>
          <a:xfrm>
            <a:off x="720000" y="539500"/>
            <a:ext cx="7704000" cy="5184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3" name="Google Shape;53;p6"/>
          <p:cNvSpPr txBox="1">
            <a:spLocks noGrp="1"/>
          </p:cNvSpPr>
          <p:nvPr>
            <p:ph type="body" idx="1"/>
          </p:nvPr>
        </p:nvSpPr>
        <p:spPr>
          <a:xfrm>
            <a:off x="720000" y="1333051"/>
            <a:ext cx="7704000" cy="378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grpSp>
        <p:nvGrpSpPr>
          <p:cNvPr id="54" name="Google Shape;54;p6"/>
          <p:cNvGrpSpPr/>
          <p:nvPr/>
        </p:nvGrpSpPr>
        <p:grpSpPr>
          <a:xfrm>
            <a:off x="8582725" y="-50"/>
            <a:ext cx="1021675" cy="1216824"/>
            <a:chOff x="8424000" y="-94075"/>
            <a:chExt cx="1021675" cy="1216824"/>
          </a:xfrm>
        </p:grpSpPr>
        <p:sp>
          <p:nvSpPr>
            <p:cNvPr id="55" name="Google Shape;55;p6"/>
            <p:cNvSpPr/>
            <p:nvPr/>
          </p:nvSpPr>
          <p:spPr>
            <a:xfrm>
              <a:off x="8424000" y="-94075"/>
              <a:ext cx="720001" cy="1216824"/>
            </a:xfrm>
            <a:custGeom>
              <a:avLst/>
              <a:gdLst/>
              <a:ahLst/>
              <a:cxnLst/>
              <a:rect l="l" t="t" r="r" b="b"/>
              <a:pathLst>
                <a:path w="590" h="1022" extrusionOk="0">
                  <a:moveTo>
                    <a:pt x="590" y="340"/>
                  </a:moveTo>
                  <a:lnTo>
                    <a:pt x="0" y="0"/>
                  </a:lnTo>
                  <a:lnTo>
                    <a:pt x="0" y="680"/>
                  </a:lnTo>
                  <a:lnTo>
                    <a:pt x="590" y="1022"/>
                  </a:lnTo>
                  <a:lnTo>
                    <a:pt x="590" y="34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56" name="Google Shape;56;p6"/>
            <p:cNvSpPr/>
            <p:nvPr/>
          </p:nvSpPr>
          <p:spPr>
            <a:xfrm>
              <a:off x="8771675" y="505350"/>
              <a:ext cx="674000" cy="401625"/>
            </a:xfrm>
            <a:custGeom>
              <a:avLst/>
              <a:gdLst/>
              <a:ahLst/>
              <a:cxnLst/>
              <a:rect l="l" t="t" r="r" b="b"/>
              <a:pathLst>
                <a:path w="26960" h="16065" extrusionOk="0">
                  <a:moveTo>
                    <a:pt x="26960" y="16065"/>
                  </a:moveTo>
                  <a:lnTo>
                    <a:pt x="21568" y="13190"/>
                  </a:lnTo>
                  <a:lnTo>
                    <a:pt x="17525" y="10673"/>
                  </a:lnTo>
                  <a:lnTo>
                    <a:pt x="0" y="0"/>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57" name="Google Shape;57;p6"/>
          <p:cNvSpPr/>
          <p:nvPr/>
        </p:nvSpPr>
        <p:spPr>
          <a:xfrm>
            <a:off x="-235721" y="4203713"/>
            <a:ext cx="1440194" cy="1662138"/>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58" name="Google Shape;58;p6"/>
          <p:cNvGrpSpPr/>
          <p:nvPr/>
        </p:nvGrpSpPr>
        <p:grpSpPr>
          <a:xfrm>
            <a:off x="-1549125" y="636046"/>
            <a:ext cx="3590698" cy="5320222"/>
            <a:chOff x="-8795677" y="-2878949"/>
            <a:chExt cx="5568700" cy="8253525"/>
          </a:xfrm>
        </p:grpSpPr>
        <p:sp>
          <p:nvSpPr>
            <p:cNvPr id="59" name="Google Shape;59;p6"/>
            <p:cNvSpPr/>
            <p:nvPr/>
          </p:nvSpPr>
          <p:spPr>
            <a:xfrm>
              <a:off x="-6734445" y="-1822008"/>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0" name="Google Shape;60;p6"/>
            <p:cNvSpPr/>
            <p:nvPr/>
          </p:nvSpPr>
          <p:spPr>
            <a:xfrm>
              <a:off x="-7844364" y="-2878949"/>
              <a:ext cx="2216312" cy="2499145"/>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1" name="Google Shape;61;p6"/>
            <p:cNvSpPr/>
            <p:nvPr/>
          </p:nvSpPr>
          <p:spPr>
            <a:xfrm>
              <a:off x="-8795677" y="-2713724"/>
              <a:ext cx="5568700" cy="8088300"/>
            </a:xfrm>
            <a:custGeom>
              <a:avLst/>
              <a:gdLst/>
              <a:ahLst/>
              <a:cxnLst/>
              <a:rect l="l" t="t" r="r" b="b"/>
              <a:pathLst>
                <a:path w="222748" h="323532" extrusionOk="0">
                  <a:moveTo>
                    <a:pt x="222748" y="323532"/>
                  </a:moveTo>
                  <a:lnTo>
                    <a:pt x="105273" y="259085"/>
                  </a:lnTo>
                  <a:lnTo>
                    <a:pt x="106064" y="57079"/>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62" name="Google Shape;62;p6"/>
          <p:cNvGrpSpPr/>
          <p:nvPr/>
        </p:nvGrpSpPr>
        <p:grpSpPr>
          <a:xfrm flipH="1">
            <a:off x="8589983" y="1057892"/>
            <a:ext cx="2009962" cy="3860412"/>
            <a:chOff x="5316400" y="-854949"/>
            <a:chExt cx="3168788" cy="6086098"/>
          </a:xfrm>
        </p:grpSpPr>
        <p:sp>
          <p:nvSpPr>
            <p:cNvPr id="63" name="Google Shape;63;p6"/>
            <p:cNvSpPr/>
            <p:nvPr/>
          </p:nvSpPr>
          <p:spPr>
            <a:xfrm>
              <a:off x="7377605" y="857364"/>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64" name="Google Shape;64;p6"/>
            <p:cNvSpPr/>
            <p:nvPr/>
          </p:nvSpPr>
          <p:spPr>
            <a:xfrm>
              <a:off x="5316400" y="-854949"/>
              <a:ext cx="2651550" cy="4397325"/>
            </a:xfrm>
            <a:custGeom>
              <a:avLst/>
              <a:gdLst/>
              <a:ahLst/>
              <a:cxnLst/>
              <a:rect l="l" t="t" r="r" b="b"/>
              <a:pathLst>
                <a:path w="106062" h="175893" extrusionOk="0">
                  <a:moveTo>
                    <a:pt x="105299" y="175893"/>
                  </a:moveTo>
                  <a:lnTo>
                    <a:pt x="105580" y="128431"/>
                  </a:lnTo>
                  <a:lnTo>
                    <a:pt x="106062" y="57078"/>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able of contents">
  <p:cSld name="BLANK_1_1_1_1_1_1">
    <p:bg>
      <p:bgPr>
        <a:solidFill>
          <a:schemeClr val="lt1"/>
        </a:solidFill>
        <a:effectLst/>
      </p:bgPr>
    </p:bg>
    <p:spTree>
      <p:nvGrpSpPr>
        <p:cNvPr id="1" name="Shape 153"/>
        <p:cNvGrpSpPr/>
        <p:nvPr/>
      </p:nvGrpSpPr>
      <p:grpSpPr>
        <a:xfrm>
          <a:off x="0" y="0"/>
          <a:ext cx="0" cy="0"/>
          <a:chOff x="0" y="0"/>
          <a:chExt cx="0" cy="0"/>
        </a:xfrm>
      </p:grpSpPr>
      <p:sp>
        <p:nvSpPr>
          <p:cNvPr id="154" name="Google Shape;154;p20"/>
          <p:cNvSpPr txBox="1">
            <a:spLocks noGrp="1"/>
          </p:cNvSpPr>
          <p:nvPr>
            <p:ph type="subTitle" idx="1"/>
          </p:nvPr>
        </p:nvSpPr>
        <p:spPr>
          <a:xfrm>
            <a:off x="720000" y="2105000"/>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5" name="Google Shape;155;p20"/>
          <p:cNvSpPr txBox="1">
            <a:spLocks noGrp="1"/>
          </p:cNvSpPr>
          <p:nvPr>
            <p:ph type="subTitle" idx="2"/>
          </p:nvPr>
        </p:nvSpPr>
        <p:spPr>
          <a:xfrm>
            <a:off x="3101725" y="2105000"/>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6" name="Google Shape;156;p20"/>
          <p:cNvSpPr txBox="1">
            <a:spLocks noGrp="1"/>
          </p:cNvSpPr>
          <p:nvPr>
            <p:ph type="subTitle" idx="3"/>
          </p:nvPr>
        </p:nvSpPr>
        <p:spPr>
          <a:xfrm>
            <a:off x="720000" y="3878925"/>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7" name="Google Shape;157;p20"/>
          <p:cNvSpPr txBox="1">
            <a:spLocks noGrp="1"/>
          </p:cNvSpPr>
          <p:nvPr>
            <p:ph type="subTitle" idx="4"/>
          </p:nvPr>
        </p:nvSpPr>
        <p:spPr>
          <a:xfrm>
            <a:off x="3101725" y="3878925"/>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8" name="Google Shape;158;p20"/>
          <p:cNvSpPr txBox="1">
            <a:spLocks noGrp="1"/>
          </p:cNvSpPr>
          <p:nvPr>
            <p:ph type="subTitle" idx="5"/>
          </p:nvPr>
        </p:nvSpPr>
        <p:spPr>
          <a:xfrm>
            <a:off x="5581850" y="2105000"/>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59" name="Google Shape;159;p20"/>
          <p:cNvSpPr txBox="1">
            <a:spLocks noGrp="1"/>
          </p:cNvSpPr>
          <p:nvPr>
            <p:ph type="subTitle" idx="6"/>
          </p:nvPr>
        </p:nvSpPr>
        <p:spPr>
          <a:xfrm>
            <a:off x="5581850" y="3878925"/>
            <a:ext cx="2064300" cy="62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200">
                <a:latin typeface="Anek Kannada"/>
                <a:ea typeface="Anek Kannada"/>
                <a:cs typeface="Anek Kannada"/>
                <a:sym typeface="Anek Kannada"/>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0" name="Google Shape;160;p20"/>
          <p:cNvSpPr txBox="1">
            <a:spLocks noGrp="1"/>
          </p:cNvSpPr>
          <p:nvPr>
            <p:ph type="title" hasCustomPrompt="1"/>
          </p:nvPr>
        </p:nvSpPr>
        <p:spPr>
          <a:xfrm>
            <a:off x="818402" y="1272208"/>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 name="Google Shape;161;p20"/>
          <p:cNvSpPr txBox="1">
            <a:spLocks noGrp="1"/>
          </p:cNvSpPr>
          <p:nvPr>
            <p:ph type="title" idx="7" hasCustomPrompt="1"/>
          </p:nvPr>
        </p:nvSpPr>
        <p:spPr>
          <a:xfrm>
            <a:off x="818402" y="3046141"/>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2" name="Google Shape;162;p20"/>
          <p:cNvSpPr txBox="1">
            <a:spLocks noGrp="1"/>
          </p:cNvSpPr>
          <p:nvPr>
            <p:ph type="title" idx="8" hasCustomPrompt="1"/>
          </p:nvPr>
        </p:nvSpPr>
        <p:spPr>
          <a:xfrm>
            <a:off x="3200127" y="1272208"/>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3" name="Google Shape;163;p20"/>
          <p:cNvSpPr txBox="1">
            <a:spLocks noGrp="1"/>
          </p:cNvSpPr>
          <p:nvPr>
            <p:ph type="title" idx="9" hasCustomPrompt="1"/>
          </p:nvPr>
        </p:nvSpPr>
        <p:spPr>
          <a:xfrm>
            <a:off x="3200127" y="3046141"/>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4" name="Google Shape;164;p20"/>
          <p:cNvSpPr txBox="1">
            <a:spLocks noGrp="1"/>
          </p:cNvSpPr>
          <p:nvPr>
            <p:ph type="title" idx="13" hasCustomPrompt="1"/>
          </p:nvPr>
        </p:nvSpPr>
        <p:spPr>
          <a:xfrm>
            <a:off x="5680252" y="1272208"/>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5" name="Google Shape;165;p20"/>
          <p:cNvSpPr txBox="1">
            <a:spLocks noGrp="1"/>
          </p:cNvSpPr>
          <p:nvPr>
            <p:ph type="title" idx="14" hasCustomPrompt="1"/>
          </p:nvPr>
        </p:nvSpPr>
        <p:spPr>
          <a:xfrm>
            <a:off x="5680252" y="3046141"/>
            <a:ext cx="734700" cy="447600"/>
          </a:xfrm>
          <a:prstGeom prst="rect">
            <a:avLst/>
          </a:prstGeom>
          <a:solidFill>
            <a:schemeClr val="dk1"/>
          </a:solidFill>
        </p:spPr>
        <p:txBody>
          <a:bodyPr spcFirstLastPara="1" wrap="square" lIns="91425" tIns="91425" rIns="91425" bIns="91425" anchor="ctr" anchorCtr="0">
            <a:noAutofit/>
          </a:bodyPr>
          <a:lstStyle>
            <a:lvl1pPr lvl="0" rtl="0">
              <a:spcBef>
                <a:spcPts val="0"/>
              </a:spcBef>
              <a:spcAft>
                <a:spcPts val="0"/>
              </a:spcAft>
              <a:buSzPts val="3000"/>
              <a:buNone/>
              <a:defRPr sz="30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6" name="Google Shape;166;p20"/>
          <p:cNvSpPr txBox="1">
            <a:spLocks noGrp="1"/>
          </p:cNvSpPr>
          <p:nvPr>
            <p:ph type="subTitle" idx="15"/>
          </p:nvPr>
        </p:nvSpPr>
        <p:spPr>
          <a:xfrm>
            <a:off x="720000" y="1719800"/>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7" name="Google Shape;167;p20"/>
          <p:cNvSpPr txBox="1">
            <a:spLocks noGrp="1"/>
          </p:cNvSpPr>
          <p:nvPr>
            <p:ph type="subTitle" idx="16"/>
          </p:nvPr>
        </p:nvSpPr>
        <p:spPr>
          <a:xfrm>
            <a:off x="3101728" y="1719800"/>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8" name="Google Shape;168;p20"/>
          <p:cNvSpPr txBox="1">
            <a:spLocks noGrp="1"/>
          </p:cNvSpPr>
          <p:nvPr>
            <p:ph type="subTitle" idx="17"/>
          </p:nvPr>
        </p:nvSpPr>
        <p:spPr>
          <a:xfrm>
            <a:off x="5581851" y="1719800"/>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69" name="Google Shape;169;p20"/>
          <p:cNvSpPr txBox="1">
            <a:spLocks noGrp="1"/>
          </p:cNvSpPr>
          <p:nvPr>
            <p:ph type="subTitle" idx="18"/>
          </p:nvPr>
        </p:nvSpPr>
        <p:spPr>
          <a:xfrm>
            <a:off x="720000" y="3493775"/>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0" name="Google Shape;170;p20"/>
          <p:cNvSpPr txBox="1">
            <a:spLocks noGrp="1"/>
          </p:cNvSpPr>
          <p:nvPr>
            <p:ph type="subTitle" idx="19"/>
          </p:nvPr>
        </p:nvSpPr>
        <p:spPr>
          <a:xfrm>
            <a:off x="3101728" y="3493775"/>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1" name="Google Shape;171;p20"/>
          <p:cNvSpPr txBox="1">
            <a:spLocks noGrp="1"/>
          </p:cNvSpPr>
          <p:nvPr>
            <p:ph type="subTitle" idx="20"/>
          </p:nvPr>
        </p:nvSpPr>
        <p:spPr>
          <a:xfrm>
            <a:off x="5581851" y="3493775"/>
            <a:ext cx="2064300" cy="38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Bebas Neue"/>
              <a:buNone/>
              <a:defRPr sz="1700">
                <a:solidFill>
                  <a:schemeClr val="dk1"/>
                </a:solidFill>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72" name="Google Shape;172;p20"/>
          <p:cNvSpPr txBox="1">
            <a:spLocks noGrp="1"/>
          </p:cNvSpPr>
          <p:nvPr>
            <p:ph type="title" idx="21"/>
          </p:nvPr>
        </p:nvSpPr>
        <p:spPr>
          <a:xfrm>
            <a:off x="720000" y="539500"/>
            <a:ext cx="7085100" cy="5184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73" name="Google Shape;173;p20"/>
          <p:cNvGrpSpPr/>
          <p:nvPr/>
        </p:nvGrpSpPr>
        <p:grpSpPr>
          <a:xfrm flipH="1">
            <a:off x="-686125" y="3117050"/>
            <a:ext cx="1406129" cy="2026447"/>
            <a:chOff x="8424000" y="-94075"/>
            <a:chExt cx="1406129" cy="2026447"/>
          </a:xfrm>
        </p:grpSpPr>
        <p:sp>
          <p:nvSpPr>
            <p:cNvPr id="174" name="Google Shape;174;p20"/>
            <p:cNvSpPr/>
            <p:nvPr/>
          </p:nvSpPr>
          <p:spPr>
            <a:xfrm>
              <a:off x="8424000" y="-94075"/>
              <a:ext cx="720001" cy="1216824"/>
            </a:xfrm>
            <a:custGeom>
              <a:avLst/>
              <a:gdLst/>
              <a:ahLst/>
              <a:cxnLst/>
              <a:rect l="l" t="t" r="r" b="b"/>
              <a:pathLst>
                <a:path w="590" h="1022" extrusionOk="0">
                  <a:moveTo>
                    <a:pt x="590" y="340"/>
                  </a:moveTo>
                  <a:lnTo>
                    <a:pt x="0" y="0"/>
                  </a:lnTo>
                  <a:lnTo>
                    <a:pt x="0" y="680"/>
                  </a:lnTo>
                  <a:lnTo>
                    <a:pt x="590" y="1022"/>
                  </a:lnTo>
                  <a:lnTo>
                    <a:pt x="590" y="340"/>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75" name="Google Shape;175;p20"/>
            <p:cNvSpPr/>
            <p:nvPr/>
          </p:nvSpPr>
          <p:spPr>
            <a:xfrm>
              <a:off x="8424001" y="1122747"/>
              <a:ext cx="1406128" cy="809625"/>
            </a:xfrm>
            <a:custGeom>
              <a:avLst/>
              <a:gdLst/>
              <a:ahLst/>
              <a:cxnLst/>
              <a:rect l="l" t="t" r="r" b="b"/>
              <a:pathLst>
                <a:path w="1181" h="680" extrusionOk="0">
                  <a:moveTo>
                    <a:pt x="590" y="680"/>
                  </a:moveTo>
                  <a:lnTo>
                    <a:pt x="1181" y="340"/>
                  </a:lnTo>
                  <a:lnTo>
                    <a:pt x="590" y="0"/>
                  </a:lnTo>
                  <a:lnTo>
                    <a:pt x="590" y="0"/>
                  </a:lnTo>
                  <a:lnTo>
                    <a:pt x="0" y="340"/>
                  </a:lnTo>
                  <a:lnTo>
                    <a:pt x="590" y="680"/>
                  </a:lnTo>
                  <a:lnTo>
                    <a:pt x="590" y="680"/>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76" name="Google Shape;176;p20"/>
            <p:cNvSpPr/>
            <p:nvPr/>
          </p:nvSpPr>
          <p:spPr>
            <a:xfrm>
              <a:off x="8771663" y="514338"/>
              <a:ext cx="647700" cy="1047750"/>
            </a:xfrm>
            <a:custGeom>
              <a:avLst/>
              <a:gdLst/>
              <a:ahLst/>
              <a:cxnLst/>
              <a:rect l="l" t="t" r="r" b="b"/>
              <a:pathLst>
                <a:path w="544" h="880" extrusionOk="0">
                  <a:moveTo>
                    <a:pt x="178" y="880"/>
                  </a:moveTo>
                  <a:lnTo>
                    <a:pt x="544" y="651"/>
                  </a:lnTo>
                  <a:lnTo>
                    <a:pt x="544" y="329"/>
                  </a:lnTo>
                  <a:lnTo>
                    <a:pt x="0" y="0"/>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3">
  <p:cSld name="TITLE_AND_TWO_COLUMNS_1_1_1">
    <p:bg>
      <p:bgPr>
        <a:solidFill>
          <a:schemeClr val="lt1"/>
        </a:solidFill>
        <a:effectLst/>
      </p:bgPr>
    </p:bg>
    <p:spTree>
      <p:nvGrpSpPr>
        <p:cNvPr id="1" name="Shape 242"/>
        <p:cNvGrpSpPr/>
        <p:nvPr/>
      </p:nvGrpSpPr>
      <p:grpSpPr>
        <a:xfrm>
          <a:off x="0" y="0"/>
          <a:ext cx="0" cy="0"/>
          <a:chOff x="0" y="0"/>
          <a:chExt cx="0" cy="0"/>
        </a:xfrm>
      </p:grpSpPr>
      <p:sp>
        <p:nvSpPr>
          <p:cNvPr id="243" name="Google Shape;243;p28"/>
          <p:cNvSpPr txBox="1">
            <a:spLocks noGrp="1"/>
          </p:cNvSpPr>
          <p:nvPr>
            <p:ph type="subTitle" idx="1"/>
          </p:nvPr>
        </p:nvSpPr>
        <p:spPr>
          <a:xfrm>
            <a:off x="1302450" y="3059150"/>
            <a:ext cx="6539100" cy="128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4" name="Google Shape;244;p28"/>
          <p:cNvSpPr txBox="1">
            <a:spLocks noGrp="1"/>
          </p:cNvSpPr>
          <p:nvPr>
            <p:ph type="subTitle" idx="2"/>
          </p:nvPr>
        </p:nvSpPr>
        <p:spPr>
          <a:xfrm>
            <a:off x="1302450" y="1549200"/>
            <a:ext cx="6539100" cy="1282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45" name="Google Shape;245;p28"/>
          <p:cNvSpPr txBox="1">
            <a:spLocks noGrp="1"/>
          </p:cNvSpPr>
          <p:nvPr>
            <p:ph type="title"/>
          </p:nvPr>
        </p:nvSpPr>
        <p:spPr>
          <a:xfrm>
            <a:off x="720000" y="539500"/>
            <a:ext cx="7704000" cy="518400"/>
          </a:xfrm>
          <a:prstGeom prst="rect">
            <a:avLst/>
          </a:prstGeom>
        </p:spPr>
        <p:txBody>
          <a:bodyPr spcFirstLastPara="1" wrap="square" lIns="91425" tIns="0"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46" name="Google Shape;246;p28"/>
          <p:cNvSpPr/>
          <p:nvPr/>
        </p:nvSpPr>
        <p:spPr>
          <a:xfrm>
            <a:off x="6185" y="682019"/>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47" name="Google Shape;247;p28"/>
          <p:cNvSpPr/>
          <p:nvPr/>
        </p:nvSpPr>
        <p:spPr>
          <a:xfrm>
            <a:off x="6185" y="4199125"/>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48" name="Google Shape;248;p28"/>
          <p:cNvSpPr/>
          <p:nvPr/>
        </p:nvSpPr>
        <p:spPr>
          <a:xfrm>
            <a:off x="358600" y="1209025"/>
            <a:ext cx="1470425" cy="4441470"/>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nvGrpSpPr>
          <p:cNvPr id="249" name="Google Shape;249;p28"/>
          <p:cNvGrpSpPr/>
          <p:nvPr/>
        </p:nvGrpSpPr>
        <p:grpSpPr>
          <a:xfrm>
            <a:off x="7111775" y="-657575"/>
            <a:ext cx="2736540" cy="3466148"/>
            <a:chOff x="7111775" y="-657575"/>
            <a:chExt cx="2736540" cy="3466148"/>
          </a:xfrm>
        </p:grpSpPr>
        <p:sp>
          <p:nvSpPr>
            <p:cNvPr id="250" name="Google Shape;250;p28"/>
            <p:cNvSpPr/>
            <p:nvPr/>
          </p:nvSpPr>
          <p:spPr>
            <a:xfrm>
              <a:off x="8434477" y="16796"/>
              <a:ext cx="706919" cy="2791777"/>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1" name="Google Shape;251;p28"/>
            <p:cNvSpPr/>
            <p:nvPr/>
          </p:nvSpPr>
          <p:spPr>
            <a:xfrm>
              <a:off x="7726304" y="-657575"/>
              <a:ext cx="1414569" cy="1595199"/>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2" name="Google Shape;252;p28"/>
            <p:cNvSpPr/>
            <p:nvPr/>
          </p:nvSpPr>
          <p:spPr>
            <a:xfrm>
              <a:off x="8434477" y="2003475"/>
              <a:ext cx="1413838" cy="797242"/>
            </a:xfrm>
            <a:custGeom>
              <a:avLst/>
              <a:gdLst/>
              <a:ahLst/>
              <a:cxnLst/>
              <a:rect l="l" t="t" r="r" b="b"/>
              <a:pathLst>
                <a:path w="1842134" h="1062990" extrusionOk="0">
                  <a:moveTo>
                    <a:pt x="921068" y="1062990"/>
                  </a:moveTo>
                  <a:lnTo>
                    <a:pt x="1842135" y="531495"/>
                  </a:lnTo>
                  <a:lnTo>
                    <a:pt x="921068" y="0"/>
                  </a:lnTo>
                  <a:lnTo>
                    <a:pt x="921068" y="0"/>
                  </a:lnTo>
                  <a:lnTo>
                    <a:pt x="0" y="531495"/>
                  </a:lnTo>
                  <a:lnTo>
                    <a:pt x="921068" y="106299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53" name="Google Shape;253;p28"/>
            <p:cNvSpPr/>
            <p:nvPr/>
          </p:nvSpPr>
          <p:spPr>
            <a:xfrm>
              <a:off x="7111775" y="-559706"/>
              <a:ext cx="2174124" cy="3062525"/>
            </a:xfrm>
            <a:custGeom>
              <a:avLst/>
              <a:gdLst/>
              <a:ahLst/>
              <a:cxnLst/>
              <a:rect l="l" t="t" r="r" b="b"/>
              <a:pathLst>
                <a:path w="2832735" h="4083367" extrusionOk="0">
                  <a:moveTo>
                    <a:pt x="2832735" y="4083368"/>
                  </a:moveTo>
                  <a:lnTo>
                    <a:pt x="2205038" y="3669983"/>
                  </a:lnTo>
                  <a:lnTo>
                    <a:pt x="2205038" y="1214438"/>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9">
    <p:bg>
      <p:bgPr>
        <a:solidFill>
          <a:schemeClr val="lt2"/>
        </a:solidFill>
        <a:effectLst/>
      </p:bgPr>
    </p:bg>
    <p:spTree>
      <p:nvGrpSpPr>
        <p:cNvPr id="1" name="Shape 333"/>
        <p:cNvGrpSpPr/>
        <p:nvPr/>
      </p:nvGrpSpPr>
      <p:grpSpPr>
        <a:xfrm>
          <a:off x="0" y="0"/>
          <a:ext cx="0" cy="0"/>
          <a:chOff x="0" y="0"/>
          <a:chExt cx="0" cy="0"/>
        </a:xfrm>
      </p:grpSpPr>
      <p:grpSp>
        <p:nvGrpSpPr>
          <p:cNvPr id="334" name="Google Shape;334;p36"/>
          <p:cNvGrpSpPr/>
          <p:nvPr/>
        </p:nvGrpSpPr>
        <p:grpSpPr>
          <a:xfrm>
            <a:off x="-1854500" y="-588825"/>
            <a:ext cx="4639657" cy="4488309"/>
            <a:chOff x="3475957" y="-1179704"/>
            <a:chExt cx="7078042" cy="6847153"/>
          </a:xfrm>
        </p:grpSpPr>
        <p:sp>
          <p:nvSpPr>
            <p:cNvPr id="335" name="Google Shape;335;p36"/>
            <p:cNvSpPr/>
            <p:nvPr/>
          </p:nvSpPr>
          <p:spPr>
            <a:xfrm>
              <a:off x="6315950" y="2487115"/>
              <a:ext cx="2119025" cy="1223204"/>
            </a:xfrm>
            <a:custGeom>
              <a:avLst/>
              <a:gdLst/>
              <a:ahLst/>
              <a:cxnLst/>
              <a:rect l="l" t="t" r="r" b="b"/>
              <a:pathLst>
                <a:path w="1178" h="680" extrusionOk="0">
                  <a:moveTo>
                    <a:pt x="590" y="680"/>
                  </a:moveTo>
                  <a:lnTo>
                    <a:pt x="1178" y="340"/>
                  </a:lnTo>
                  <a:lnTo>
                    <a:pt x="590" y="0"/>
                  </a:lnTo>
                  <a:lnTo>
                    <a:pt x="590" y="0"/>
                  </a:lnTo>
                  <a:lnTo>
                    <a:pt x="0" y="340"/>
                  </a:lnTo>
                  <a:lnTo>
                    <a:pt x="590" y="680"/>
                  </a:lnTo>
                  <a:lnTo>
                    <a:pt x="590" y="68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6" name="Google Shape;336;p36"/>
            <p:cNvSpPr/>
            <p:nvPr/>
          </p:nvSpPr>
          <p:spPr>
            <a:xfrm>
              <a:off x="7368266" y="-878500"/>
              <a:ext cx="3185732" cy="1838404"/>
            </a:xfrm>
            <a:custGeom>
              <a:avLst/>
              <a:gdLst/>
              <a:ahLst/>
              <a:cxnLst/>
              <a:rect l="l" t="t" r="r" b="b"/>
              <a:pathLst>
                <a:path w="1771" h="1022" extrusionOk="0">
                  <a:moveTo>
                    <a:pt x="1771" y="341"/>
                  </a:moveTo>
                  <a:lnTo>
                    <a:pt x="1180" y="0"/>
                  </a:lnTo>
                  <a:lnTo>
                    <a:pt x="1180" y="0"/>
                  </a:lnTo>
                  <a:lnTo>
                    <a:pt x="590" y="341"/>
                  </a:lnTo>
                  <a:lnTo>
                    <a:pt x="0" y="681"/>
                  </a:lnTo>
                  <a:lnTo>
                    <a:pt x="590" y="1022"/>
                  </a:lnTo>
                  <a:lnTo>
                    <a:pt x="590" y="1022"/>
                  </a:lnTo>
                  <a:lnTo>
                    <a:pt x="1180" y="681"/>
                  </a:lnTo>
                  <a:lnTo>
                    <a:pt x="590" y="341"/>
                  </a:lnTo>
                  <a:lnTo>
                    <a:pt x="1180" y="681"/>
                  </a:lnTo>
                  <a:lnTo>
                    <a:pt x="1180" y="681"/>
                  </a:lnTo>
                  <a:lnTo>
                    <a:pt x="177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7" name="Google Shape;337;p36"/>
            <p:cNvSpPr/>
            <p:nvPr/>
          </p:nvSpPr>
          <p:spPr>
            <a:xfrm>
              <a:off x="6315950" y="3210246"/>
              <a:ext cx="1061311" cy="1226802"/>
            </a:xfrm>
            <a:custGeom>
              <a:avLst/>
              <a:gdLst/>
              <a:ahLst/>
              <a:cxnLst/>
              <a:rect l="l" t="t" r="r" b="b"/>
              <a:pathLst>
                <a:path w="590" h="682" extrusionOk="0">
                  <a:moveTo>
                    <a:pt x="0" y="342"/>
                  </a:moveTo>
                  <a:lnTo>
                    <a:pt x="590" y="0"/>
                  </a:lnTo>
                  <a:lnTo>
                    <a:pt x="590" y="682"/>
                  </a:lnTo>
                  <a:lnTo>
                    <a:pt x="0" y="34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38" name="Google Shape;338;p36"/>
            <p:cNvSpPr/>
            <p:nvPr/>
          </p:nvSpPr>
          <p:spPr>
            <a:xfrm>
              <a:off x="6315950" y="3827246"/>
              <a:ext cx="1061311" cy="1840203"/>
            </a:xfrm>
            <a:custGeom>
              <a:avLst/>
              <a:gdLst/>
              <a:ahLst/>
              <a:cxnLst/>
              <a:rect l="l" t="t" r="r" b="b"/>
              <a:pathLst>
                <a:path w="590" h="1023" extrusionOk="0">
                  <a:moveTo>
                    <a:pt x="590" y="341"/>
                  </a:moveTo>
                  <a:lnTo>
                    <a:pt x="0" y="0"/>
                  </a:lnTo>
                  <a:lnTo>
                    <a:pt x="0" y="682"/>
                  </a:lnTo>
                  <a:lnTo>
                    <a:pt x="590" y="1023"/>
                  </a:lnTo>
                  <a:lnTo>
                    <a:pt x="590" y="34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339" name="Google Shape;339;p36"/>
            <p:cNvCxnSpPr/>
            <p:nvPr/>
          </p:nvCxnSpPr>
          <p:spPr>
            <a:xfrm flipH="1">
              <a:off x="7859228" y="252965"/>
              <a:ext cx="644100" cy="366900"/>
            </a:xfrm>
            <a:prstGeom prst="straightConnector1">
              <a:avLst/>
            </a:prstGeom>
            <a:noFill/>
            <a:ln w="9525" cap="flat" cmpd="sng">
              <a:solidFill>
                <a:schemeClr val="dk1"/>
              </a:solidFill>
              <a:prstDash val="solid"/>
              <a:miter lim="800000"/>
              <a:headEnd type="none" w="med" len="med"/>
              <a:tailEnd type="none" w="med" len="med"/>
            </a:ln>
          </p:spPr>
        </p:cxnSp>
        <p:cxnSp>
          <p:nvCxnSpPr>
            <p:cNvPr id="340" name="Google Shape;340;p36"/>
            <p:cNvCxnSpPr/>
            <p:nvPr/>
          </p:nvCxnSpPr>
          <p:spPr>
            <a:xfrm>
              <a:off x="6844806" y="4134846"/>
              <a:ext cx="0" cy="761100"/>
            </a:xfrm>
            <a:prstGeom prst="straightConnector1">
              <a:avLst/>
            </a:prstGeom>
            <a:noFill/>
            <a:ln w="9525" cap="flat" cmpd="sng">
              <a:solidFill>
                <a:schemeClr val="dk1"/>
              </a:solidFill>
              <a:prstDash val="solid"/>
              <a:miter lim="800000"/>
              <a:headEnd type="none" w="med" len="med"/>
              <a:tailEnd type="none" w="med" len="med"/>
            </a:ln>
          </p:spPr>
        </p:cxnSp>
        <p:sp>
          <p:nvSpPr>
            <p:cNvPr id="341" name="Google Shape;341;p36"/>
            <p:cNvSpPr/>
            <p:nvPr/>
          </p:nvSpPr>
          <p:spPr>
            <a:xfrm>
              <a:off x="7377605" y="709642"/>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2" name="Google Shape;342;p36"/>
            <p:cNvSpPr/>
            <p:nvPr/>
          </p:nvSpPr>
          <p:spPr>
            <a:xfrm>
              <a:off x="6267686" y="-347299"/>
              <a:ext cx="2216312" cy="2499145"/>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3" name="Google Shape;343;p36"/>
            <p:cNvSpPr/>
            <p:nvPr/>
          </p:nvSpPr>
          <p:spPr>
            <a:xfrm>
              <a:off x="7377605" y="3835690"/>
              <a:ext cx="2215166" cy="1249013"/>
            </a:xfrm>
            <a:custGeom>
              <a:avLst/>
              <a:gdLst/>
              <a:ahLst/>
              <a:cxnLst/>
              <a:rect l="l" t="t" r="r" b="b"/>
              <a:pathLst>
                <a:path w="1842134" h="1062990" extrusionOk="0">
                  <a:moveTo>
                    <a:pt x="921068" y="1062990"/>
                  </a:moveTo>
                  <a:lnTo>
                    <a:pt x="1842135" y="531495"/>
                  </a:lnTo>
                  <a:lnTo>
                    <a:pt x="921068" y="0"/>
                  </a:lnTo>
                  <a:lnTo>
                    <a:pt x="921068" y="0"/>
                  </a:lnTo>
                  <a:lnTo>
                    <a:pt x="0" y="531495"/>
                  </a:lnTo>
                  <a:lnTo>
                    <a:pt x="921068" y="106299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4" name="Google Shape;344;p36"/>
            <p:cNvSpPr/>
            <p:nvPr/>
          </p:nvSpPr>
          <p:spPr>
            <a:xfrm>
              <a:off x="3475957" y="-1179704"/>
              <a:ext cx="5246800" cy="5795575"/>
            </a:xfrm>
            <a:custGeom>
              <a:avLst/>
              <a:gdLst/>
              <a:ahLst/>
              <a:cxnLst/>
              <a:rect l="l" t="t" r="r" b="b"/>
              <a:pathLst>
                <a:path w="209872" h="231823" extrusionOk="0">
                  <a:moveTo>
                    <a:pt x="209872" y="231823"/>
                  </a:moveTo>
                  <a:lnTo>
                    <a:pt x="179680" y="212394"/>
                  </a:lnTo>
                  <a:lnTo>
                    <a:pt x="179680" y="96984"/>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45"/>
        <p:cNvGrpSpPr/>
        <p:nvPr/>
      </p:nvGrpSpPr>
      <p:grpSpPr>
        <a:xfrm>
          <a:off x="0" y="0"/>
          <a:ext cx="0" cy="0"/>
          <a:chOff x="0" y="0"/>
          <a:chExt cx="0" cy="0"/>
        </a:xfrm>
      </p:grpSpPr>
      <p:grpSp>
        <p:nvGrpSpPr>
          <p:cNvPr id="346" name="Google Shape;346;p37"/>
          <p:cNvGrpSpPr/>
          <p:nvPr/>
        </p:nvGrpSpPr>
        <p:grpSpPr>
          <a:xfrm>
            <a:off x="6588100" y="-588825"/>
            <a:ext cx="4639657" cy="4488309"/>
            <a:chOff x="3475957" y="-1179704"/>
            <a:chExt cx="7078042" cy="6847153"/>
          </a:xfrm>
        </p:grpSpPr>
        <p:sp>
          <p:nvSpPr>
            <p:cNvPr id="347" name="Google Shape;347;p37"/>
            <p:cNvSpPr/>
            <p:nvPr/>
          </p:nvSpPr>
          <p:spPr>
            <a:xfrm>
              <a:off x="6315950" y="2487115"/>
              <a:ext cx="2119025" cy="1223204"/>
            </a:xfrm>
            <a:custGeom>
              <a:avLst/>
              <a:gdLst/>
              <a:ahLst/>
              <a:cxnLst/>
              <a:rect l="l" t="t" r="r" b="b"/>
              <a:pathLst>
                <a:path w="1178" h="680" extrusionOk="0">
                  <a:moveTo>
                    <a:pt x="590" y="680"/>
                  </a:moveTo>
                  <a:lnTo>
                    <a:pt x="1178" y="340"/>
                  </a:lnTo>
                  <a:lnTo>
                    <a:pt x="590" y="0"/>
                  </a:lnTo>
                  <a:lnTo>
                    <a:pt x="590" y="0"/>
                  </a:lnTo>
                  <a:lnTo>
                    <a:pt x="0" y="340"/>
                  </a:lnTo>
                  <a:lnTo>
                    <a:pt x="590" y="680"/>
                  </a:lnTo>
                  <a:lnTo>
                    <a:pt x="590" y="680"/>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8" name="Google Shape;348;p37"/>
            <p:cNvSpPr/>
            <p:nvPr/>
          </p:nvSpPr>
          <p:spPr>
            <a:xfrm>
              <a:off x="7368266" y="-878500"/>
              <a:ext cx="3185732" cy="1838404"/>
            </a:xfrm>
            <a:custGeom>
              <a:avLst/>
              <a:gdLst/>
              <a:ahLst/>
              <a:cxnLst/>
              <a:rect l="l" t="t" r="r" b="b"/>
              <a:pathLst>
                <a:path w="1771" h="1022" extrusionOk="0">
                  <a:moveTo>
                    <a:pt x="1771" y="341"/>
                  </a:moveTo>
                  <a:lnTo>
                    <a:pt x="1180" y="0"/>
                  </a:lnTo>
                  <a:lnTo>
                    <a:pt x="1180" y="0"/>
                  </a:lnTo>
                  <a:lnTo>
                    <a:pt x="590" y="341"/>
                  </a:lnTo>
                  <a:lnTo>
                    <a:pt x="0" y="681"/>
                  </a:lnTo>
                  <a:lnTo>
                    <a:pt x="590" y="1022"/>
                  </a:lnTo>
                  <a:lnTo>
                    <a:pt x="590" y="1022"/>
                  </a:lnTo>
                  <a:lnTo>
                    <a:pt x="1180" y="681"/>
                  </a:lnTo>
                  <a:lnTo>
                    <a:pt x="590" y="341"/>
                  </a:lnTo>
                  <a:lnTo>
                    <a:pt x="1180" y="681"/>
                  </a:lnTo>
                  <a:lnTo>
                    <a:pt x="1180" y="681"/>
                  </a:lnTo>
                  <a:lnTo>
                    <a:pt x="177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49" name="Google Shape;349;p37"/>
            <p:cNvSpPr/>
            <p:nvPr/>
          </p:nvSpPr>
          <p:spPr>
            <a:xfrm>
              <a:off x="6315950" y="3210246"/>
              <a:ext cx="1061311" cy="1226802"/>
            </a:xfrm>
            <a:custGeom>
              <a:avLst/>
              <a:gdLst/>
              <a:ahLst/>
              <a:cxnLst/>
              <a:rect l="l" t="t" r="r" b="b"/>
              <a:pathLst>
                <a:path w="590" h="682" extrusionOk="0">
                  <a:moveTo>
                    <a:pt x="0" y="342"/>
                  </a:moveTo>
                  <a:lnTo>
                    <a:pt x="590" y="0"/>
                  </a:lnTo>
                  <a:lnTo>
                    <a:pt x="590" y="682"/>
                  </a:lnTo>
                  <a:lnTo>
                    <a:pt x="0" y="342"/>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0" name="Google Shape;350;p37"/>
            <p:cNvSpPr/>
            <p:nvPr/>
          </p:nvSpPr>
          <p:spPr>
            <a:xfrm>
              <a:off x="6315950" y="3827246"/>
              <a:ext cx="1061311" cy="1840203"/>
            </a:xfrm>
            <a:custGeom>
              <a:avLst/>
              <a:gdLst/>
              <a:ahLst/>
              <a:cxnLst/>
              <a:rect l="l" t="t" r="r" b="b"/>
              <a:pathLst>
                <a:path w="590" h="1023" extrusionOk="0">
                  <a:moveTo>
                    <a:pt x="590" y="341"/>
                  </a:moveTo>
                  <a:lnTo>
                    <a:pt x="0" y="0"/>
                  </a:lnTo>
                  <a:lnTo>
                    <a:pt x="0" y="682"/>
                  </a:lnTo>
                  <a:lnTo>
                    <a:pt x="590" y="1023"/>
                  </a:lnTo>
                  <a:lnTo>
                    <a:pt x="590" y="34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351" name="Google Shape;351;p37"/>
            <p:cNvCxnSpPr/>
            <p:nvPr/>
          </p:nvCxnSpPr>
          <p:spPr>
            <a:xfrm flipH="1">
              <a:off x="7859228" y="252965"/>
              <a:ext cx="644100" cy="366900"/>
            </a:xfrm>
            <a:prstGeom prst="straightConnector1">
              <a:avLst/>
            </a:prstGeom>
            <a:noFill/>
            <a:ln w="9525" cap="flat" cmpd="sng">
              <a:solidFill>
                <a:schemeClr val="dk1"/>
              </a:solidFill>
              <a:prstDash val="solid"/>
              <a:miter lim="800000"/>
              <a:headEnd type="none" w="med" len="med"/>
              <a:tailEnd type="none" w="med" len="med"/>
            </a:ln>
          </p:spPr>
        </p:cxnSp>
        <p:cxnSp>
          <p:nvCxnSpPr>
            <p:cNvPr id="352" name="Google Shape;352;p37"/>
            <p:cNvCxnSpPr/>
            <p:nvPr/>
          </p:nvCxnSpPr>
          <p:spPr>
            <a:xfrm>
              <a:off x="6844806" y="4134846"/>
              <a:ext cx="0" cy="761100"/>
            </a:xfrm>
            <a:prstGeom prst="straightConnector1">
              <a:avLst/>
            </a:prstGeom>
            <a:noFill/>
            <a:ln w="9525" cap="flat" cmpd="sng">
              <a:solidFill>
                <a:schemeClr val="dk1"/>
              </a:solidFill>
              <a:prstDash val="solid"/>
              <a:miter lim="800000"/>
              <a:headEnd type="none" w="med" len="med"/>
              <a:tailEnd type="none" w="med" len="med"/>
            </a:ln>
          </p:spPr>
        </p:cxnSp>
        <p:sp>
          <p:nvSpPr>
            <p:cNvPr id="353" name="Google Shape;353;p37"/>
            <p:cNvSpPr/>
            <p:nvPr/>
          </p:nvSpPr>
          <p:spPr>
            <a:xfrm>
              <a:off x="7377605" y="709642"/>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4" name="Google Shape;354;p37"/>
            <p:cNvSpPr/>
            <p:nvPr/>
          </p:nvSpPr>
          <p:spPr>
            <a:xfrm>
              <a:off x="6267686" y="-347299"/>
              <a:ext cx="2216312" cy="2499145"/>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5" name="Google Shape;355;p37"/>
            <p:cNvSpPr/>
            <p:nvPr/>
          </p:nvSpPr>
          <p:spPr>
            <a:xfrm>
              <a:off x="7377605" y="3835690"/>
              <a:ext cx="2215166" cy="1249013"/>
            </a:xfrm>
            <a:custGeom>
              <a:avLst/>
              <a:gdLst/>
              <a:ahLst/>
              <a:cxnLst/>
              <a:rect l="l" t="t" r="r" b="b"/>
              <a:pathLst>
                <a:path w="1842134" h="1062990" extrusionOk="0">
                  <a:moveTo>
                    <a:pt x="921068" y="1062990"/>
                  </a:moveTo>
                  <a:lnTo>
                    <a:pt x="1842135" y="531495"/>
                  </a:lnTo>
                  <a:lnTo>
                    <a:pt x="921068" y="0"/>
                  </a:lnTo>
                  <a:lnTo>
                    <a:pt x="921068" y="0"/>
                  </a:lnTo>
                  <a:lnTo>
                    <a:pt x="0" y="531495"/>
                  </a:lnTo>
                  <a:lnTo>
                    <a:pt x="921068" y="106299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6" name="Google Shape;356;p37"/>
            <p:cNvSpPr/>
            <p:nvPr/>
          </p:nvSpPr>
          <p:spPr>
            <a:xfrm>
              <a:off x="3475957" y="-1179704"/>
              <a:ext cx="5246800" cy="5795575"/>
            </a:xfrm>
            <a:custGeom>
              <a:avLst/>
              <a:gdLst/>
              <a:ahLst/>
              <a:cxnLst/>
              <a:rect l="l" t="t" r="r" b="b"/>
              <a:pathLst>
                <a:path w="209872" h="231823" extrusionOk="0">
                  <a:moveTo>
                    <a:pt x="209872" y="231823"/>
                  </a:moveTo>
                  <a:lnTo>
                    <a:pt x="179680" y="212394"/>
                  </a:lnTo>
                  <a:lnTo>
                    <a:pt x="179680" y="96984"/>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grpSp>
        <p:nvGrpSpPr>
          <p:cNvPr id="357" name="Google Shape;357;p37"/>
          <p:cNvGrpSpPr/>
          <p:nvPr/>
        </p:nvGrpSpPr>
        <p:grpSpPr>
          <a:xfrm rot="10800000">
            <a:off x="-733741" y="1172500"/>
            <a:ext cx="4009572" cy="4488309"/>
            <a:chOff x="3475957" y="-1179704"/>
            <a:chExt cx="6116815" cy="6847153"/>
          </a:xfrm>
        </p:grpSpPr>
        <p:sp>
          <p:nvSpPr>
            <p:cNvPr id="358" name="Google Shape;358;p37"/>
            <p:cNvSpPr/>
            <p:nvPr/>
          </p:nvSpPr>
          <p:spPr>
            <a:xfrm>
              <a:off x="6315950" y="2487115"/>
              <a:ext cx="2119025" cy="1223204"/>
            </a:xfrm>
            <a:custGeom>
              <a:avLst/>
              <a:gdLst/>
              <a:ahLst/>
              <a:cxnLst/>
              <a:rect l="l" t="t" r="r" b="b"/>
              <a:pathLst>
                <a:path w="1178" h="680" extrusionOk="0">
                  <a:moveTo>
                    <a:pt x="590" y="680"/>
                  </a:moveTo>
                  <a:lnTo>
                    <a:pt x="1178" y="340"/>
                  </a:lnTo>
                  <a:lnTo>
                    <a:pt x="590" y="0"/>
                  </a:lnTo>
                  <a:lnTo>
                    <a:pt x="590" y="0"/>
                  </a:lnTo>
                  <a:lnTo>
                    <a:pt x="0" y="340"/>
                  </a:lnTo>
                  <a:lnTo>
                    <a:pt x="590" y="680"/>
                  </a:lnTo>
                  <a:lnTo>
                    <a:pt x="590" y="680"/>
                  </a:lnTo>
                  <a:close/>
                </a:path>
              </a:pathLst>
            </a:custGeom>
            <a:solidFill>
              <a:schemeClr val="l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59" name="Google Shape;359;p37"/>
            <p:cNvSpPr/>
            <p:nvPr/>
          </p:nvSpPr>
          <p:spPr>
            <a:xfrm>
              <a:off x="6315950" y="3210246"/>
              <a:ext cx="1061311" cy="1226802"/>
            </a:xfrm>
            <a:custGeom>
              <a:avLst/>
              <a:gdLst/>
              <a:ahLst/>
              <a:cxnLst/>
              <a:rect l="l" t="t" r="r" b="b"/>
              <a:pathLst>
                <a:path w="590" h="682" extrusionOk="0">
                  <a:moveTo>
                    <a:pt x="0" y="342"/>
                  </a:moveTo>
                  <a:lnTo>
                    <a:pt x="590" y="0"/>
                  </a:lnTo>
                  <a:lnTo>
                    <a:pt x="590" y="682"/>
                  </a:lnTo>
                  <a:lnTo>
                    <a:pt x="0" y="34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0" name="Google Shape;360;p37"/>
            <p:cNvSpPr/>
            <p:nvPr/>
          </p:nvSpPr>
          <p:spPr>
            <a:xfrm>
              <a:off x="6315950" y="3827246"/>
              <a:ext cx="1061311" cy="1840203"/>
            </a:xfrm>
            <a:custGeom>
              <a:avLst/>
              <a:gdLst/>
              <a:ahLst/>
              <a:cxnLst/>
              <a:rect l="l" t="t" r="r" b="b"/>
              <a:pathLst>
                <a:path w="590" h="1023" extrusionOk="0">
                  <a:moveTo>
                    <a:pt x="590" y="341"/>
                  </a:moveTo>
                  <a:lnTo>
                    <a:pt x="0" y="0"/>
                  </a:lnTo>
                  <a:lnTo>
                    <a:pt x="0" y="682"/>
                  </a:lnTo>
                  <a:lnTo>
                    <a:pt x="590" y="1023"/>
                  </a:lnTo>
                  <a:lnTo>
                    <a:pt x="590"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cxnSp>
          <p:nvCxnSpPr>
            <p:cNvPr id="361" name="Google Shape;361;p37"/>
            <p:cNvCxnSpPr/>
            <p:nvPr/>
          </p:nvCxnSpPr>
          <p:spPr>
            <a:xfrm>
              <a:off x="6844806" y="4134846"/>
              <a:ext cx="0" cy="761100"/>
            </a:xfrm>
            <a:prstGeom prst="straightConnector1">
              <a:avLst/>
            </a:prstGeom>
            <a:noFill/>
            <a:ln w="9525" cap="flat" cmpd="sng">
              <a:solidFill>
                <a:schemeClr val="dk1"/>
              </a:solidFill>
              <a:prstDash val="solid"/>
              <a:miter lim="800000"/>
              <a:headEnd type="none" w="med" len="med"/>
              <a:tailEnd type="none" w="med" len="med"/>
            </a:ln>
          </p:spPr>
        </p:cxnSp>
        <p:sp>
          <p:nvSpPr>
            <p:cNvPr id="362" name="Google Shape;362;p37"/>
            <p:cNvSpPr/>
            <p:nvPr/>
          </p:nvSpPr>
          <p:spPr>
            <a:xfrm>
              <a:off x="7377605" y="709642"/>
              <a:ext cx="1107583" cy="4373785"/>
            </a:xfrm>
            <a:custGeom>
              <a:avLst/>
              <a:gdLst/>
              <a:ahLst/>
              <a:cxnLst/>
              <a:rect l="l" t="t" r="r" b="b"/>
              <a:pathLst>
                <a:path w="921067" h="3722370" extrusionOk="0">
                  <a:moveTo>
                    <a:pt x="921068" y="2658428"/>
                  </a:moveTo>
                  <a:lnTo>
                    <a:pt x="921068" y="1595437"/>
                  </a:lnTo>
                  <a:lnTo>
                    <a:pt x="921068" y="531495"/>
                  </a:lnTo>
                  <a:lnTo>
                    <a:pt x="0" y="0"/>
                  </a:lnTo>
                  <a:lnTo>
                    <a:pt x="0" y="1063943"/>
                  </a:lnTo>
                  <a:lnTo>
                    <a:pt x="0" y="2126933"/>
                  </a:lnTo>
                  <a:lnTo>
                    <a:pt x="0" y="3190875"/>
                  </a:lnTo>
                  <a:lnTo>
                    <a:pt x="921068" y="372237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3" name="Google Shape;363;p37"/>
            <p:cNvSpPr/>
            <p:nvPr/>
          </p:nvSpPr>
          <p:spPr>
            <a:xfrm>
              <a:off x="6267686" y="-347299"/>
              <a:ext cx="2216312" cy="2499145"/>
            </a:xfrm>
            <a:custGeom>
              <a:avLst/>
              <a:gdLst/>
              <a:ahLst/>
              <a:cxnLst/>
              <a:rect l="l" t="t" r="r" b="b"/>
              <a:pathLst>
                <a:path w="1843087" h="2126932" extrusionOk="0">
                  <a:moveTo>
                    <a:pt x="0" y="1063943"/>
                  </a:moveTo>
                  <a:lnTo>
                    <a:pt x="0" y="1063943"/>
                  </a:lnTo>
                  <a:lnTo>
                    <a:pt x="0" y="0"/>
                  </a:lnTo>
                  <a:lnTo>
                    <a:pt x="1843088" y="1063943"/>
                  </a:lnTo>
                  <a:lnTo>
                    <a:pt x="1843088" y="2126933"/>
                  </a:lnTo>
                  <a:lnTo>
                    <a:pt x="1842135" y="2124075"/>
                  </a:lnTo>
                  <a:lnTo>
                    <a:pt x="1842135" y="2126933"/>
                  </a:lnTo>
                  <a:lnTo>
                    <a:pt x="0" y="106394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4" name="Google Shape;364;p37"/>
            <p:cNvSpPr/>
            <p:nvPr/>
          </p:nvSpPr>
          <p:spPr>
            <a:xfrm>
              <a:off x="7377605" y="3835690"/>
              <a:ext cx="2215166" cy="1249013"/>
            </a:xfrm>
            <a:custGeom>
              <a:avLst/>
              <a:gdLst/>
              <a:ahLst/>
              <a:cxnLst/>
              <a:rect l="l" t="t" r="r" b="b"/>
              <a:pathLst>
                <a:path w="1842134" h="1062990" extrusionOk="0">
                  <a:moveTo>
                    <a:pt x="921068" y="1062990"/>
                  </a:moveTo>
                  <a:lnTo>
                    <a:pt x="1842135" y="531495"/>
                  </a:lnTo>
                  <a:lnTo>
                    <a:pt x="921068" y="0"/>
                  </a:lnTo>
                  <a:lnTo>
                    <a:pt x="921068" y="0"/>
                  </a:lnTo>
                  <a:lnTo>
                    <a:pt x="0" y="531495"/>
                  </a:lnTo>
                  <a:lnTo>
                    <a:pt x="921068" y="1062990"/>
                  </a:lnTo>
                  <a:close/>
                </a:path>
              </a:pathLst>
            </a:custGeom>
            <a:solidFill>
              <a:schemeClr val="l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365" name="Google Shape;365;p37"/>
            <p:cNvSpPr/>
            <p:nvPr/>
          </p:nvSpPr>
          <p:spPr>
            <a:xfrm>
              <a:off x="3475957" y="-1179704"/>
              <a:ext cx="5246800" cy="5795575"/>
            </a:xfrm>
            <a:custGeom>
              <a:avLst/>
              <a:gdLst/>
              <a:ahLst/>
              <a:cxnLst/>
              <a:rect l="l" t="t" r="r" b="b"/>
              <a:pathLst>
                <a:path w="209872" h="231823" extrusionOk="0">
                  <a:moveTo>
                    <a:pt x="209872" y="231823"/>
                  </a:moveTo>
                  <a:lnTo>
                    <a:pt x="179680" y="212394"/>
                  </a:lnTo>
                  <a:lnTo>
                    <a:pt x="179680" y="96984"/>
                  </a:lnTo>
                  <a:lnTo>
                    <a:pt x="0" y="0"/>
                  </a:lnTo>
                </a:path>
              </a:pathLst>
            </a:custGeom>
            <a:noFill/>
            <a:ln w="9525" cap="flat" cmpd="sng">
              <a:solidFill>
                <a:schemeClr val="dk1"/>
              </a:solidFill>
              <a:prstDash val="solid"/>
              <a:miter lim="8000"/>
              <a:headEnd type="none" w="sm" len="sm"/>
              <a:tailEnd type="none" w="sm" len="sm"/>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1pPr>
            <a:lvl2pPr lvl="1"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2pPr>
            <a:lvl3pPr lvl="2"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3pPr>
            <a:lvl4pPr lvl="3"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4pPr>
            <a:lvl5pPr lvl="4"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5pPr>
            <a:lvl6pPr lvl="5"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6pPr>
            <a:lvl7pPr lvl="6"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7pPr>
            <a:lvl8pPr lvl="7"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8pPr>
            <a:lvl9pPr lvl="8" rtl="0">
              <a:spcBef>
                <a:spcPts val="0"/>
              </a:spcBef>
              <a:spcAft>
                <a:spcPts val="0"/>
              </a:spcAft>
              <a:buClr>
                <a:schemeClr val="dk1"/>
              </a:buClr>
              <a:buSzPts val="3500"/>
              <a:buFont typeface="Darker Grotesque Black"/>
              <a:buNone/>
              <a:defRPr sz="3500">
                <a:solidFill>
                  <a:schemeClr val="dk1"/>
                </a:solidFill>
                <a:latin typeface="Darker Grotesque Black"/>
                <a:ea typeface="Darker Grotesque Black"/>
                <a:cs typeface="Darker Grotesque Black"/>
                <a:sym typeface="Darker Grotesque Blac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1pPr>
            <a:lvl2pPr marL="914400" lvl="1"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2pPr>
            <a:lvl3pPr marL="1371600" lvl="2"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3pPr>
            <a:lvl4pPr marL="1828800" lvl="3"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4pPr>
            <a:lvl5pPr marL="2286000" lvl="4"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5pPr>
            <a:lvl6pPr marL="2743200" lvl="5"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6pPr>
            <a:lvl7pPr marL="3200400" lvl="6"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7pPr>
            <a:lvl8pPr marL="3657600" lvl="7" indent="-317500">
              <a:lnSpc>
                <a:spcPct val="100000"/>
              </a:lnSpc>
              <a:spcBef>
                <a:spcPts val="1600"/>
              </a:spcBef>
              <a:spcAft>
                <a:spcPts val="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8pPr>
            <a:lvl9pPr marL="4114800" lvl="8" indent="-317500">
              <a:lnSpc>
                <a:spcPct val="100000"/>
              </a:lnSpc>
              <a:spcBef>
                <a:spcPts val="1600"/>
              </a:spcBef>
              <a:spcAft>
                <a:spcPts val="1600"/>
              </a:spcAft>
              <a:buClr>
                <a:schemeClr val="dk1"/>
              </a:buClr>
              <a:buSzPts val="1400"/>
              <a:buFont typeface="Anek Kannada Medium"/>
              <a:buChar char="■"/>
              <a:defRPr>
                <a:solidFill>
                  <a:schemeClr val="dk1"/>
                </a:solidFill>
                <a:latin typeface="Anek Kannada Medium"/>
                <a:ea typeface="Anek Kannada Medium"/>
                <a:cs typeface="Anek Kannada Medium"/>
                <a:sym typeface="Anek Kannada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65" r:id="rId3"/>
    <p:sldLayoutId id="2147483666" r:id="rId4"/>
    <p:sldLayoutId id="2147483674" r:id="rId5"/>
    <p:sldLayoutId id="2147483682" r:id="rId6"/>
    <p:sldLayoutId id="2147483683"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41"/>
          <p:cNvSpPr txBox="1">
            <a:spLocks noGrp="1"/>
          </p:cNvSpPr>
          <p:nvPr>
            <p:ph type="ctrTitle"/>
          </p:nvPr>
        </p:nvSpPr>
        <p:spPr>
          <a:xfrm>
            <a:off x="1546859" y="1516380"/>
            <a:ext cx="6190215" cy="106907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600" dirty="0" smtClean="0">
                <a:solidFill>
                  <a:schemeClr val="accent1"/>
                </a:solidFill>
              </a:rPr>
              <a:t>An toàn và bảo mật HTTT</a:t>
            </a:r>
            <a:endParaRPr sz="3600" dirty="0">
              <a:solidFill>
                <a:schemeClr val="accent1"/>
              </a:solidFill>
            </a:endParaRPr>
          </a:p>
        </p:txBody>
      </p:sp>
      <p:sp>
        <p:nvSpPr>
          <p:cNvPr id="377" name="Google Shape;377;p41"/>
          <p:cNvSpPr txBox="1">
            <a:spLocks noGrp="1"/>
          </p:cNvSpPr>
          <p:nvPr>
            <p:ph type="subTitle" idx="1"/>
          </p:nvPr>
        </p:nvSpPr>
        <p:spPr>
          <a:xfrm>
            <a:off x="-6699240" y="751305"/>
            <a:ext cx="4528800" cy="47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lt2"/>
                </a:solidFill>
              </a:rPr>
              <a:t>Here is where your presentation begins</a:t>
            </a:r>
            <a:endParaRPr dirty="0">
              <a:solidFill>
                <a:schemeClr val="lt2"/>
              </a:solidFill>
            </a:endParaRPr>
          </a:p>
        </p:txBody>
      </p:sp>
      <p:pic>
        <p:nvPicPr>
          <p:cNvPr id="378" name="Google Shape;378;p41"/>
          <p:cNvPicPr preferRelativeResize="0"/>
          <p:nvPr/>
        </p:nvPicPr>
        <p:blipFill>
          <a:blip r:embed="rId3">
            <a:alphaModFix/>
          </a:blip>
          <a:stretch>
            <a:fillRect/>
          </a:stretch>
        </p:blipFill>
        <p:spPr>
          <a:xfrm>
            <a:off x="4582175" y="-3692103"/>
            <a:ext cx="2648600" cy="3391700"/>
          </a:xfrm>
          <a:prstGeom prst="rect">
            <a:avLst/>
          </a:prstGeom>
          <a:noFill/>
          <a:ln w="38100" cap="flat" cmpd="sng">
            <a:solidFill>
              <a:srgbClr val="FF00FF"/>
            </a:solidFill>
            <a:prstDash val="solid"/>
            <a:round/>
            <a:headEnd type="none" w="sm" len="sm"/>
            <a:tailEnd type="none" w="sm" len="sm"/>
          </a:ln>
        </p:spPr>
      </p:pic>
      <p:pic>
        <p:nvPicPr>
          <p:cNvPr id="6" name="Picture 2" descr="Review Trường Đại học Tài nguyên và Môi trường TPHCM (HCMUNRE) có tốt không?">
            <a:extLst>
              <a:ext uri="{FF2B5EF4-FFF2-40B4-BE49-F238E27FC236}">
                <a16:creationId xmlns="" xmlns:a16="http://schemas.microsoft.com/office/drawing/2014/main" id="{FCEDD6F7-CEA4-14E4-D621-FCCFA8E657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419" y="80610"/>
            <a:ext cx="1054759" cy="105475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476500" y="446927"/>
            <a:ext cx="4572000" cy="608756"/>
          </a:xfrm>
          <a:prstGeom prst="rect">
            <a:avLst/>
          </a:prstGeom>
        </p:spPr>
        <p:txBody>
          <a:bodyPr>
            <a:spAutoFit/>
          </a:bodyPr>
          <a:lstStyle/>
          <a:p>
            <a:pPr defTabSz="1042416">
              <a:lnSpc>
                <a:spcPct val="102000"/>
              </a:lnSpc>
              <a:spcAft>
                <a:spcPts val="600"/>
              </a:spcAft>
            </a:pPr>
            <a:r>
              <a:rPr lang="en-US" b="1" kern="1200" dirty="0">
                <a:solidFill>
                  <a:schemeClr val="bg2"/>
                </a:solidFill>
              </a:rPr>
              <a:t>TRƯỜNG</a:t>
            </a:r>
            <a:r>
              <a:rPr lang="en-US" b="1" kern="1200" dirty="0">
                <a:solidFill>
                  <a:schemeClr val="tx2"/>
                </a:solidFill>
              </a:rPr>
              <a:t> </a:t>
            </a:r>
            <a:r>
              <a:rPr lang="en-US" b="1" kern="1200" dirty="0">
                <a:solidFill>
                  <a:schemeClr val="bg1">
                    <a:lumMod val="25000"/>
                  </a:schemeClr>
                </a:solidFill>
              </a:rPr>
              <a:t>ĐẠI HỌC </a:t>
            </a:r>
            <a:r>
              <a:rPr lang="en-US" b="1" kern="1200" dirty="0">
                <a:solidFill>
                  <a:srgbClr val="E97529"/>
                </a:solidFill>
              </a:rPr>
              <a:t>TÀI NGUYÊN </a:t>
            </a:r>
            <a:r>
              <a:rPr lang="en-US" b="1" kern="1200" dirty="0">
                <a:solidFill>
                  <a:schemeClr val="bg1">
                    <a:lumMod val="25000"/>
                  </a:schemeClr>
                </a:solidFill>
              </a:rPr>
              <a:t>&amp;</a:t>
            </a:r>
            <a:r>
              <a:rPr lang="en-US" b="1" kern="1200" dirty="0">
                <a:solidFill>
                  <a:schemeClr val="tx2"/>
                </a:solidFill>
              </a:rPr>
              <a:t> </a:t>
            </a:r>
            <a:r>
              <a:rPr lang="en-US" b="1" kern="1200" dirty="0">
                <a:solidFill>
                  <a:srgbClr val="E97529"/>
                </a:solidFill>
              </a:rPr>
              <a:t>MÔI TRƯỜNG</a:t>
            </a:r>
            <a:r>
              <a:rPr lang="vi-VN" b="1" kern="1200" dirty="0">
                <a:solidFill>
                  <a:srgbClr val="E97529"/>
                </a:solidFill>
              </a:rPr>
              <a:t> </a:t>
            </a:r>
          </a:p>
          <a:p>
            <a:pPr defTabSz="1042416">
              <a:lnSpc>
                <a:spcPct val="102000"/>
              </a:lnSpc>
              <a:spcAft>
                <a:spcPts val="600"/>
              </a:spcAft>
            </a:pPr>
            <a:r>
              <a:rPr lang="en-US" b="1" kern="1200" dirty="0">
                <a:solidFill>
                  <a:schemeClr val="bg2"/>
                </a:solidFill>
              </a:rPr>
              <a:t>THÀNH PHỐ HỒ CHÍ MINH</a:t>
            </a:r>
            <a:endParaRPr lang="en-US" b="1" dirty="0">
              <a:solidFill>
                <a:schemeClr val="bg2"/>
              </a:solidFill>
            </a:endParaRPr>
          </a:p>
        </p:txBody>
      </p:sp>
      <p:sp>
        <p:nvSpPr>
          <p:cNvPr id="8" name="TextBox 7">
            <a:extLst>
              <a:ext uri="{FF2B5EF4-FFF2-40B4-BE49-F238E27FC236}">
                <a16:creationId xmlns="" xmlns:a16="http://schemas.microsoft.com/office/drawing/2014/main" id="{91AFA8DC-87D1-8E48-76DD-F8E3C72F9FC8}"/>
              </a:ext>
            </a:extLst>
          </p:cNvPr>
          <p:cNvSpPr txBox="1"/>
          <p:nvPr/>
        </p:nvSpPr>
        <p:spPr>
          <a:xfrm>
            <a:off x="1893118" y="2773121"/>
            <a:ext cx="6846206" cy="2369880"/>
          </a:xfrm>
          <a:prstGeom prst="rect">
            <a:avLst/>
          </a:prstGeom>
          <a:noFill/>
        </p:spPr>
        <p:txBody>
          <a:bodyPr wrap="square" rtlCol="0">
            <a:spAutoFit/>
          </a:bodyPr>
          <a:lstStyle/>
          <a:p>
            <a:pPr defTabSz="521208">
              <a:spcAft>
                <a:spcPts val="600"/>
              </a:spcAft>
            </a:pPr>
            <a:r>
              <a:rPr lang="en-US" sz="1800" b="1" kern="1200" dirty="0" err="1" smtClean="0">
                <a:solidFill>
                  <a:schemeClr val="tx1"/>
                </a:solidFill>
                <a:latin typeface="+mn-lt"/>
                <a:ea typeface="+mn-ea"/>
                <a:cs typeface="+mn-cs"/>
              </a:rPr>
              <a:t>Giảng</a:t>
            </a:r>
            <a:r>
              <a:rPr lang="en-US" sz="1800" b="1" kern="1200" dirty="0" smtClean="0">
                <a:solidFill>
                  <a:schemeClr val="tx1"/>
                </a:solidFill>
                <a:latin typeface="+mn-lt"/>
                <a:ea typeface="+mn-ea"/>
                <a:cs typeface="+mn-cs"/>
              </a:rPr>
              <a:t> </a:t>
            </a:r>
            <a:r>
              <a:rPr lang="en-US" sz="1800" b="1" kern="1200" dirty="0" err="1" smtClean="0">
                <a:solidFill>
                  <a:schemeClr val="tx1"/>
                </a:solidFill>
                <a:latin typeface="+mn-lt"/>
                <a:ea typeface="+mn-ea"/>
                <a:cs typeface="+mn-cs"/>
              </a:rPr>
              <a:t>viên</a:t>
            </a:r>
            <a:r>
              <a:rPr lang="en-US" sz="1800" b="1" kern="1200" dirty="0" smtClean="0">
                <a:solidFill>
                  <a:schemeClr val="tx1"/>
                </a:solidFill>
                <a:latin typeface="+mn-lt"/>
                <a:ea typeface="+mn-ea"/>
                <a:cs typeface="+mn-cs"/>
              </a:rPr>
              <a:t>: 	THS.</a:t>
            </a:r>
            <a:r>
              <a:rPr lang="vi-VN" sz="1800" b="1" kern="1200" dirty="0" smtClean="0">
                <a:solidFill>
                  <a:schemeClr val="tx1"/>
                </a:solidFill>
                <a:latin typeface="+mn-lt"/>
                <a:ea typeface="+mn-ea"/>
                <a:cs typeface="+mn-cs"/>
              </a:rPr>
              <a:t> Phạm Trọng Huynh</a:t>
            </a:r>
            <a:endParaRPr lang="en-US" sz="1800" b="1" kern="1200" dirty="0" smtClean="0">
              <a:solidFill>
                <a:schemeClr val="tx1"/>
              </a:solidFill>
              <a:latin typeface="+mn-lt"/>
              <a:ea typeface="+mn-ea"/>
              <a:cs typeface="+mn-cs"/>
            </a:endParaRPr>
          </a:p>
          <a:p>
            <a:pPr defTabSz="521208">
              <a:spcAft>
                <a:spcPts val="600"/>
              </a:spcAft>
            </a:pPr>
            <a:r>
              <a:rPr lang="en-US" sz="1800" b="1" kern="1200" dirty="0">
                <a:solidFill>
                  <a:schemeClr val="tx1"/>
                </a:solidFill>
                <a:latin typeface="+mn-lt"/>
                <a:ea typeface="+mn-ea"/>
                <a:cs typeface="+mn-cs"/>
              </a:rPr>
              <a:t>	</a:t>
            </a:r>
            <a:r>
              <a:rPr lang="en-US" sz="1800" b="1" kern="1200" dirty="0" smtClean="0">
                <a:solidFill>
                  <a:schemeClr val="tx1"/>
                </a:solidFill>
                <a:latin typeface="+mn-lt"/>
                <a:ea typeface="+mn-ea"/>
                <a:cs typeface="+mn-cs"/>
              </a:rPr>
              <a:t>		CN. </a:t>
            </a:r>
            <a:r>
              <a:rPr lang="en-US" sz="1800" b="1" kern="1200" dirty="0" err="1" smtClean="0">
                <a:solidFill>
                  <a:schemeClr val="tx1"/>
                </a:solidFill>
                <a:latin typeface="+mn-lt"/>
                <a:ea typeface="+mn-ea"/>
                <a:cs typeface="+mn-cs"/>
              </a:rPr>
              <a:t>Nguyễn</a:t>
            </a:r>
            <a:r>
              <a:rPr lang="en-US" sz="1800" b="1" kern="1200" dirty="0" smtClean="0">
                <a:solidFill>
                  <a:schemeClr val="tx1"/>
                </a:solidFill>
                <a:latin typeface="+mn-lt"/>
                <a:ea typeface="+mn-ea"/>
                <a:cs typeface="+mn-cs"/>
              </a:rPr>
              <a:t> </a:t>
            </a:r>
            <a:r>
              <a:rPr lang="en-US" sz="1800" b="1" kern="1200" dirty="0" err="1" smtClean="0">
                <a:solidFill>
                  <a:schemeClr val="tx1"/>
                </a:solidFill>
                <a:latin typeface="+mn-lt"/>
                <a:ea typeface="+mn-ea"/>
                <a:cs typeface="+mn-cs"/>
              </a:rPr>
              <a:t>Phan</a:t>
            </a:r>
            <a:r>
              <a:rPr lang="en-US" sz="1800" b="1" kern="1200" dirty="0" smtClean="0">
                <a:solidFill>
                  <a:schemeClr val="tx1"/>
                </a:solidFill>
                <a:latin typeface="+mn-lt"/>
                <a:ea typeface="+mn-ea"/>
                <a:cs typeface="+mn-cs"/>
              </a:rPr>
              <a:t> </a:t>
            </a:r>
            <a:r>
              <a:rPr lang="en-US" sz="1800" b="1" kern="1200" dirty="0" err="1" smtClean="0">
                <a:solidFill>
                  <a:schemeClr val="tx1"/>
                </a:solidFill>
                <a:latin typeface="+mn-lt"/>
                <a:ea typeface="+mn-ea"/>
                <a:cs typeface="+mn-cs"/>
              </a:rPr>
              <a:t>Chí</a:t>
            </a:r>
            <a:r>
              <a:rPr lang="en-US" sz="1800" b="1" kern="1200" dirty="0" smtClean="0">
                <a:solidFill>
                  <a:schemeClr val="tx1"/>
                </a:solidFill>
                <a:latin typeface="+mn-lt"/>
                <a:ea typeface="+mn-ea"/>
                <a:cs typeface="+mn-cs"/>
              </a:rPr>
              <a:t> </a:t>
            </a:r>
            <a:r>
              <a:rPr lang="en-US" sz="1800" b="1" kern="1200" dirty="0" err="1" smtClean="0">
                <a:solidFill>
                  <a:schemeClr val="tx1"/>
                </a:solidFill>
                <a:latin typeface="+mn-lt"/>
                <a:ea typeface="+mn-ea"/>
                <a:cs typeface="+mn-cs"/>
              </a:rPr>
              <a:t>Thành</a:t>
            </a:r>
            <a:r>
              <a:rPr lang="en-US" sz="1800" b="1" kern="1200" dirty="0" smtClean="0">
                <a:solidFill>
                  <a:schemeClr val="tx1"/>
                </a:solidFill>
                <a:latin typeface="+mn-lt"/>
                <a:ea typeface="+mn-ea"/>
                <a:cs typeface="+mn-cs"/>
              </a:rPr>
              <a:t> </a:t>
            </a:r>
          </a:p>
          <a:p>
            <a:pPr defTabSz="521208">
              <a:spcAft>
                <a:spcPts val="600"/>
              </a:spcAft>
            </a:pPr>
            <a:endParaRPr lang="vi-VN" sz="1800" b="1" kern="1200" dirty="0" smtClean="0">
              <a:solidFill>
                <a:schemeClr val="tx1"/>
              </a:solidFill>
              <a:latin typeface="+mn-lt"/>
              <a:ea typeface="+mn-ea"/>
              <a:cs typeface="+mn-cs"/>
            </a:endParaRPr>
          </a:p>
          <a:p>
            <a:pPr defTabSz="521208">
              <a:spcAft>
                <a:spcPts val="600"/>
              </a:spcAft>
            </a:pPr>
            <a:r>
              <a:rPr lang="en-US" sz="1600" b="1" kern="1200" dirty="0" err="1" smtClean="0">
                <a:solidFill>
                  <a:schemeClr val="tx1"/>
                </a:solidFill>
              </a:rPr>
              <a:t>Nhóm</a:t>
            </a:r>
            <a:r>
              <a:rPr lang="en-US" sz="1600" b="1" kern="1200" dirty="0" smtClean="0">
                <a:solidFill>
                  <a:schemeClr val="tx1"/>
                </a:solidFill>
              </a:rPr>
              <a:t> 7</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Nguyễn</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Hoàng</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Trọng</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Nghĩa</a:t>
            </a:r>
            <a:r>
              <a:rPr lang="en-US" sz="1600" b="1" kern="1200" dirty="0" smtClean="0">
                <a:solidFill>
                  <a:schemeClr val="tx1"/>
                </a:solidFill>
                <a:latin typeface="+mn-lt"/>
                <a:ea typeface="+mn-ea"/>
                <a:cs typeface="+mn-cs"/>
              </a:rPr>
              <a:t> 0950080004</a:t>
            </a:r>
          </a:p>
          <a:p>
            <a:pPr defTabSz="521208">
              <a:spcAft>
                <a:spcPts val="600"/>
              </a:spcAft>
            </a:pP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Huỳnh</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Phan</a:t>
            </a:r>
            <a:r>
              <a:rPr lang="en-US" sz="1600" b="1" kern="1200" dirty="0" smtClean="0">
                <a:solidFill>
                  <a:schemeClr val="tx1"/>
                </a:solidFill>
                <a:latin typeface="+mn-lt"/>
                <a:ea typeface="+mn-ea"/>
                <a:cs typeface="+mn-cs"/>
              </a:rPr>
              <a:t> Thu </a:t>
            </a:r>
            <a:r>
              <a:rPr lang="en-US" sz="1600" b="1" kern="1200" dirty="0" err="1" smtClean="0">
                <a:solidFill>
                  <a:schemeClr val="tx1"/>
                </a:solidFill>
                <a:latin typeface="+mn-lt"/>
                <a:ea typeface="+mn-ea"/>
                <a:cs typeface="+mn-cs"/>
              </a:rPr>
              <a:t>Đông</a:t>
            </a:r>
            <a:r>
              <a:rPr lang="en-US" sz="1600" b="1" kern="1200" dirty="0" smtClean="0">
                <a:solidFill>
                  <a:schemeClr val="tx1"/>
                </a:solidFill>
                <a:latin typeface="+mn-lt"/>
                <a:ea typeface="+mn-ea"/>
                <a:cs typeface="+mn-cs"/>
              </a:rPr>
              <a:t> </a:t>
            </a:r>
            <a:r>
              <a:rPr lang="en-US" sz="1600" b="1" kern="1200" dirty="0" smtClean="0">
                <a:solidFill>
                  <a:schemeClr val="tx1"/>
                </a:solidFill>
              </a:rPr>
              <a:t>0950080012</a:t>
            </a:r>
            <a:endParaRPr lang="en-US" sz="1600" b="1" kern="1200" dirty="0">
              <a:solidFill>
                <a:schemeClr val="tx1"/>
              </a:solidFill>
              <a:latin typeface="+mn-lt"/>
              <a:ea typeface="+mn-ea"/>
              <a:cs typeface="+mn-cs"/>
            </a:endParaRPr>
          </a:p>
          <a:p>
            <a:pPr defTabSz="521208">
              <a:spcAft>
                <a:spcPts val="600"/>
              </a:spcAft>
            </a:pP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Phạm</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Thế</a:t>
            </a:r>
            <a:r>
              <a:rPr lang="en-US" sz="1600" b="1" kern="1200" dirty="0" smtClean="0">
                <a:solidFill>
                  <a:schemeClr val="tx1"/>
                </a:solidFill>
                <a:latin typeface="+mn-lt"/>
                <a:ea typeface="+mn-ea"/>
                <a:cs typeface="+mn-cs"/>
              </a:rPr>
              <a:t> </a:t>
            </a:r>
            <a:r>
              <a:rPr lang="en-US" sz="1600" b="1" kern="1200" dirty="0" err="1" smtClean="0">
                <a:solidFill>
                  <a:schemeClr val="tx1"/>
                </a:solidFill>
                <a:latin typeface="+mn-lt"/>
                <a:ea typeface="+mn-ea"/>
                <a:cs typeface="+mn-cs"/>
              </a:rPr>
              <a:t>Vinh</a:t>
            </a:r>
            <a:r>
              <a:rPr lang="en-US" sz="1600" b="1" kern="1200" dirty="0" smtClean="0">
                <a:solidFill>
                  <a:schemeClr val="tx1"/>
                </a:solidFill>
                <a:latin typeface="+mn-lt"/>
                <a:ea typeface="+mn-ea"/>
                <a:cs typeface="+mn-cs"/>
              </a:rPr>
              <a:t> </a:t>
            </a:r>
            <a:r>
              <a:rPr lang="en-US" sz="1600" b="1" kern="1200" dirty="0" smtClean="0">
                <a:solidFill>
                  <a:schemeClr val="tx1"/>
                </a:solidFill>
              </a:rPr>
              <a:t>0950080020</a:t>
            </a:r>
            <a:endParaRPr lang="en-US" sz="1600" b="1" kern="1200" dirty="0" smtClean="0">
              <a:solidFill>
                <a:schemeClr val="tx1"/>
              </a:solidFill>
              <a:latin typeface="+mn-lt"/>
              <a:ea typeface="+mn-ea"/>
              <a:cs typeface="+mn-cs"/>
            </a:endParaRPr>
          </a:p>
          <a:p>
            <a:pPr defTabSz="521208">
              <a:spcAft>
                <a:spcPts val="600"/>
              </a:spcAft>
            </a:pPr>
            <a:r>
              <a:rPr lang="en-US" sz="1600" b="1" kern="1200" dirty="0" err="1" smtClean="0">
                <a:solidFill>
                  <a:schemeClr val="tx1"/>
                </a:solidFill>
                <a:latin typeface="+mn-lt"/>
                <a:ea typeface="+mn-ea"/>
                <a:cs typeface="+mn-cs"/>
              </a:rPr>
              <a:t>Lớp</a:t>
            </a:r>
            <a:r>
              <a:rPr lang="en-US" sz="1600" b="1" kern="1200" dirty="0" smtClean="0">
                <a:solidFill>
                  <a:schemeClr val="tx1"/>
                </a:solidFill>
                <a:latin typeface="+mn-lt"/>
                <a:ea typeface="+mn-ea"/>
                <a:cs typeface="+mn-cs"/>
              </a:rPr>
              <a:t>:		</a:t>
            </a:r>
            <a:r>
              <a:rPr lang="en-US" sz="1600" b="1" kern="1200" smtClean="0">
                <a:solidFill>
                  <a:schemeClr val="tx1"/>
                </a:solidFill>
                <a:latin typeface="+mn-lt"/>
                <a:ea typeface="+mn-ea"/>
                <a:cs typeface="+mn-cs"/>
              </a:rPr>
              <a:t>	</a:t>
            </a:r>
            <a:r>
              <a:rPr lang="en-US" sz="1600" b="1" kern="1200" smtClean="0">
                <a:solidFill>
                  <a:schemeClr val="tx1"/>
                </a:solidFill>
                <a:latin typeface="+mn-lt"/>
                <a:ea typeface="+mn-ea"/>
                <a:cs typeface="+mn-cs"/>
              </a:rPr>
              <a:t>09_</a:t>
            </a:r>
            <a:r>
              <a:rPr lang="en-US" sz="1600" b="1" kern="1200" smtClean="0">
                <a:solidFill>
                  <a:schemeClr val="tx1"/>
                </a:solidFill>
              </a:rPr>
              <a:t>ĐH</a:t>
            </a:r>
            <a:r>
              <a:rPr lang="en-US" sz="1600" b="1" kern="1200" smtClean="0">
                <a:solidFill>
                  <a:schemeClr val="tx1"/>
                </a:solidFill>
                <a:latin typeface="+mn-lt"/>
                <a:ea typeface="+mn-ea"/>
                <a:cs typeface="+mn-cs"/>
              </a:rPr>
              <a:t>_CNPM1</a:t>
            </a:r>
            <a:endParaRPr lang="en-US" sz="1600" b="1" kern="1200" dirty="0" smtClean="0">
              <a:solidFill>
                <a:schemeClr val="tx1"/>
              </a:solidFill>
              <a:latin typeface="+mn-lt"/>
              <a:ea typeface="+mn-ea"/>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42"/>
          <p:cNvSpPr txBox="1">
            <a:spLocks noGrp="1"/>
          </p:cNvSpPr>
          <p:nvPr>
            <p:ph type="title"/>
          </p:nvPr>
        </p:nvSpPr>
        <p:spPr>
          <a:xfrm>
            <a:off x="3379380" y="920500"/>
            <a:ext cx="2488020" cy="5184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US" sz="4800" dirty="0" err="1" smtClean="0"/>
              <a:t>Đề</a:t>
            </a:r>
            <a:r>
              <a:rPr lang="en-US" sz="4800" dirty="0" smtClean="0"/>
              <a:t> </a:t>
            </a:r>
            <a:r>
              <a:rPr lang="en-US" sz="4800" dirty="0" err="1" smtClean="0"/>
              <a:t>tài</a:t>
            </a:r>
            <a:endParaRPr sz="4800" dirty="0"/>
          </a:p>
        </p:txBody>
      </p:sp>
      <p:sp>
        <p:nvSpPr>
          <p:cNvPr id="8" name="Google Shape;383;p42"/>
          <p:cNvSpPr txBox="1">
            <a:spLocks/>
          </p:cNvSpPr>
          <p:nvPr/>
        </p:nvSpPr>
        <p:spPr>
          <a:xfrm>
            <a:off x="1600020" y="2436880"/>
            <a:ext cx="7704000" cy="518400"/>
          </a:xfrm>
          <a:prstGeom prst="rect">
            <a:avLst/>
          </a:prstGeom>
          <a:noFill/>
          <a:ln>
            <a:noFill/>
          </a:ln>
        </p:spPr>
        <p:txBody>
          <a:bodyPr spcFirstLastPara="1" wrap="square" lIns="91425" tIns="0"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1pPr>
            <a:lvl2pPr marR="0" lvl="1"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2pPr>
            <a:lvl3pPr marR="0" lvl="2"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3pPr>
            <a:lvl4pPr marR="0" lvl="3"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4pPr>
            <a:lvl5pPr marR="0" lvl="4"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5pPr>
            <a:lvl6pPr marR="0" lvl="5"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6pPr>
            <a:lvl7pPr marR="0" lvl="6"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7pPr>
            <a:lvl8pPr marR="0" lvl="7"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8pPr>
            <a:lvl9pPr marR="0" lvl="8" algn="l" rtl="0">
              <a:lnSpc>
                <a:spcPct val="100000"/>
              </a:lnSpc>
              <a:spcBef>
                <a:spcPts val="0"/>
              </a:spcBef>
              <a:spcAft>
                <a:spcPts val="0"/>
              </a:spcAft>
              <a:buClr>
                <a:schemeClr val="dk1"/>
              </a:buClr>
              <a:buSzPts val="3500"/>
              <a:buFont typeface="Darker Grotesque Black"/>
              <a:buNone/>
              <a:defRPr sz="3500" b="0" i="0" u="none" strike="noStrike" cap="none">
                <a:solidFill>
                  <a:schemeClr val="dk1"/>
                </a:solidFill>
                <a:latin typeface="Darker Grotesque Black"/>
                <a:ea typeface="Darker Grotesque Black"/>
                <a:cs typeface="Darker Grotesque Black"/>
                <a:sym typeface="Darker Grotesque Black"/>
              </a:defRPr>
            </a:lvl9pPr>
          </a:lstStyle>
          <a:p>
            <a:r>
              <a:rPr lang="en-US" dirty="0" err="1"/>
              <a:t>Tìm</a:t>
            </a:r>
            <a:r>
              <a:rPr lang="en-US" dirty="0"/>
              <a:t> </a:t>
            </a:r>
            <a:r>
              <a:rPr lang="en-US" dirty="0" err="1"/>
              <a:t>hiểu</a:t>
            </a:r>
            <a:r>
              <a:rPr lang="en-US" dirty="0"/>
              <a:t> </a:t>
            </a:r>
            <a:r>
              <a:rPr lang="en-US" dirty="0" err="1"/>
              <a:t>chữ</a:t>
            </a:r>
            <a:r>
              <a:rPr lang="en-US" dirty="0"/>
              <a:t> </a:t>
            </a:r>
            <a:r>
              <a:rPr lang="en-US" dirty="0" err="1"/>
              <a:t>ký</a:t>
            </a:r>
            <a:r>
              <a:rPr lang="en-US" dirty="0"/>
              <a:t> </a:t>
            </a:r>
            <a:r>
              <a:rPr lang="en-US" dirty="0" err="1"/>
              <a:t>số</a:t>
            </a:r>
            <a:r>
              <a:rPr lang="en-US" dirty="0"/>
              <a:t> </a:t>
            </a:r>
            <a:r>
              <a:rPr lang="en-US" dirty="0" err="1"/>
              <a:t>trên</a:t>
            </a:r>
            <a:r>
              <a:rPr lang="en-US" dirty="0"/>
              <a:t> PDF</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999625" y="624840"/>
            <a:ext cx="3771900" cy="400110"/>
          </a:xfrm>
          <a:prstGeom prst="rect">
            <a:avLst/>
          </a:prstGeom>
          <a:noFill/>
        </p:spPr>
        <p:txBody>
          <a:bodyPr wrap="square" rtlCol="0">
            <a:spAutoFit/>
          </a:bodyPr>
          <a:lstStyle/>
          <a:p>
            <a:r>
              <a:rPr lang="en-US" sz="2000" b="1" dirty="0" err="1" smtClean="0"/>
              <a:t>Chữ</a:t>
            </a:r>
            <a:r>
              <a:rPr lang="en-US" sz="2000" b="1" dirty="0" smtClean="0"/>
              <a:t> </a:t>
            </a:r>
            <a:r>
              <a:rPr lang="en-US" sz="2000" b="1" dirty="0" err="1" smtClean="0"/>
              <a:t>kí</a:t>
            </a:r>
            <a:r>
              <a:rPr lang="en-US" sz="2000" b="1" dirty="0" smtClean="0"/>
              <a:t> </a:t>
            </a:r>
            <a:r>
              <a:rPr lang="en-US" sz="2000" b="1" dirty="0" err="1" smtClean="0"/>
              <a:t>số</a:t>
            </a:r>
            <a:r>
              <a:rPr lang="en-US" sz="2000" b="1" dirty="0" smtClean="0"/>
              <a:t> </a:t>
            </a:r>
            <a:r>
              <a:rPr lang="en-US" sz="2000" b="1" dirty="0" err="1" smtClean="0"/>
              <a:t>là</a:t>
            </a:r>
            <a:r>
              <a:rPr lang="en-US" sz="2000" b="1" dirty="0" smtClean="0"/>
              <a:t> </a:t>
            </a:r>
            <a:r>
              <a:rPr lang="en-US" sz="2000" b="1" dirty="0" err="1" smtClean="0"/>
              <a:t>gì</a:t>
            </a:r>
            <a:endParaRPr lang="en-US" sz="2000" b="1" dirty="0"/>
          </a:p>
        </p:txBody>
      </p:sp>
      <p:sp>
        <p:nvSpPr>
          <p:cNvPr id="51" name="TextBox 50"/>
          <p:cNvSpPr txBox="1"/>
          <p:nvPr/>
        </p:nvSpPr>
        <p:spPr>
          <a:xfrm>
            <a:off x="1087279" y="1203062"/>
            <a:ext cx="5917749" cy="1631216"/>
          </a:xfrm>
          <a:prstGeom prst="rect">
            <a:avLst/>
          </a:prstGeom>
          <a:noFill/>
        </p:spPr>
        <p:txBody>
          <a:bodyPr wrap="square" rtlCol="0">
            <a:spAutoFit/>
          </a:bodyPr>
          <a:lstStyle/>
          <a:p>
            <a:r>
              <a:rPr lang="vi-VN" sz="2000" dirty="0"/>
              <a:t>Chữ ký số là một dạng chữ ký điện tử được tạo ra bằng sự biến đổi một thông điệp dữ liệu sử dụng hệ thống mật mã không đối xứng, theo đó, người có được thông điệp dữ liệu ban đầu và khóa công khai của người ký có thể xác định được chính xác</a:t>
            </a:r>
            <a:endParaRPr lang="en-US" sz="2000" dirty="0"/>
          </a:p>
        </p:txBody>
      </p:sp>
      <p:pic>
        <p:nvPicPr>
          <p:cNvPr id="1028" name="Picture 4" descr="chữ ký s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5028" y="1830409"/>
            <a:ext cx="2129280" cy="18230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999625" y="624840"/>
            <a:ext cx="3771900" cy="400110"/>
          </a:xfrm>
          <a:prstGeom prst="rect">
            <a:avLst/>
          </a:prstGeom>
          <a:noFill/>
        </p:spPr>
        <p:txBody>
          <a:bodyPr wrap="square" rtlCol="0">
            <a:spAutoFit/>
          </a:bodyPr>
          <a:lstStyle/>
          <a:p>
            <a:pPr fontAlgn="base"/>
            <a:r>
              <a:rPr lang="en-US" sz="2000" b="1" dirty="0" err="1"/>
              <a:t>Đặc</a:t>
            </a:r>
            <a:r>
              <a:rPr lang="en-US" sz="2000" b="1" dirty="0"/>
              <a:t> </a:t>
            </a:r>
            <a:r>
              <a:rPr lang="en-US" sz="2000" b="1" dirty="0" err="1"/>
              <a:t>điểm</a:t>
            </a:r>
            <a:r>
              <a:rPr lang="en-US" sz="2000" b="1" dirty="0"/>
              <a:t> </a:t>
            </a:r>
            <a:r>
              <a:rPr lang="en-US" sz="2000" b="1" dirty="0" err="1"/>
              <a:t>của</a:t>
            </a:r>
            <a:r>
              <a:rPr lang="en-US" sz="2000" b="1" dirty="0"/>
              <a:t> </a:t>
            </a:r>
            <a:r>
              <a:rPr lang="en-US" sz="2000" b="1" dirty="0" err="1"/>
              <a:t>chữ</a:t>
            </a:r>
            <a:r>
              <a:rPr lang="en-US" sz="2000" b="1" dirty="0"/>
              <a:t> </a:t>
            </a:r>
            <a:r>
              <a:rPr lang="en-US" sz="2000" b="1" dirty="0" err="1"/>
              <a:t>ký</a:t>
            </a:r>
            <a:r>
              <a:rPr lang="en-US" sz="2000" b="1" dirty="0"/>
              <a:t> </a:t>
            </a:r>
            <a:r>
              <a:rPr lang="en-US" sz="2000" b="1" dirty="0" err="1"/>
              <a:t>số</a:t>
            </a:r>
            <a:endParaRPr lang="en-US" sz="2000" b="1" dirty="0"/>
          </a:p>
        </p:txBody>
      </p:sp>
      <p:sp>
        <p:nvSpPr>
          <p:cNvPr id="51" name="TextBox 50"/>
          <p:cNvSpPr txBox="1"/>
          <p:nvPr/>
        </p:nvSpPr>
        <p:spPr>
          <a:xfrm>
            <a:off x="1143257" y="1089324"/>
            <a:ext cx="5917749" cy="1323439"/>
          </a:xfrm>
          <a:prstGeom prst="rect">
            <a:avLst/>
          </a:prstGeom>
          <a:noFill/>
        </p:spPr>
        <p:txBody>
          <a:bodyPr wrap="square" rtlCol="0">
            <a:spAutoFit/>
          </a:bodyPr>
          <a:lstStyle/>
          <a:p>
            <a:pPr marL="342900" indent="-342900">
              <a:buFontTx/>
              <a:buChar char="-"/>
            </a:pPr>
            <a:r>
              <a:rPr lang="en-US" sz="2000" dirty="0" err="1" smtClean="0"/>
              <a:t>Tính</a:t>
            </a:r>
            <a:r>
              <a:rPr lang="en-US" sz="2000" dirty="0" smtClean="0"/>
              <a:t> </a:t>
            </a:r>
            <a:r>
              <a:rPr lang="en-US" sz="2000" dirty="0" err="1"/>
              <a:t>xác</a:t>
            </a:r>
            <a:r>
              <a:rPr lang="en-US" sz="2000" dirty="0"/>
              <a:t> </a:t>
            </a:r>
            <a:r>
              <a:rPr lang="en-US" sz="2000" dirty="0" err="1" smtClean="0"/>
              <a:t>thực</a:t>
            </a:r>
            <a:r>
              <a:rPr lang="vi-VN" sz="2000" dirty="0"/>
              <a:t> </a:t>
            </a:r>
            <a:endParaRPr lang="en-US" sz="2000" dirty="0" smtClean="0"/>
          </a:p>
          <a:p>
            <a:pPr marL="342900" indent="-342900">
              <a:buFontTx/>
              <a:buChar char="-"/>
            </a:pPr>
            <a:r>
              <a:rPr lang="en-US" sz="2000" dirty="0" err="1"/>
              <a:t>Tính</a:t>
            </a:r>
            <a:r>
              <a:rPr lang="en-US" sz="2000" dirty="0"/>
              <a:t> </a:t>
            </a:r>
            <a:r>
              <a:rPr lang="en-US" sz="2000" dirty="0" err="1"/>
              <a:t>bảo</a:t>
            </a:r>
            <a:r>
              <a:rPr lang="en-US" sz="2000" dirty="0"/>
              <a:t> </a:t>
            </a:r>
            <a:r>
              <a:rPr lang="en-US" sz="2000" dirty="0" err="1" smtClean="0"/>
              <a:t>mật</a:t>
            </a:r>
            <a:endParaRPr lang="en-US" sz="2000" dirty="0" smtClean="0"/>
          </a:p>
          <a:p>
            <a:pPr marL="342900" indent="-342900">
              <a:buFontTx/>
              <a:buChar char="-"/>
            </a:pPr>
            <a:r>
              <a:rPr lang="en-US" sz="2000" dirty="0" err="1" smtClean="0"/>
              <a:t>Tính</a:t>
            </a:r>
            <a:r>
              <a:rPr lang="en-US" sz="2000" dirty="0" smtClean="0"/>
              <a:t> </a:t>
            </a:r>
            <a:r>
              <a:rPr lang="en-US" sz="2000" dirty="0" err="1"/>
              <a:t>toàn</a:t>
            </a:r>
            <a:r>
              <a:rPr lang="en-US" sz="2000" dirty="0"/>
              <a:t> </a:t>
            </a:r>
            <a:r>
              <a:rPr lang="en-US" sz="2000" dirty="0" err="1" smtClean="0"/>
              <a:t>vẹn</a:t>
            </a:r>
            <a:endParaRPr lang="en-US" sz="2000" dirty="0" smtClean="0"/>
          </a:p>
          <a:p>
            <a:pPr marL="342900" indent="-342900">
              <a:buFontTx/>
              <a:buChar char="-"/>
            </a:pPr>
            <a:r>
              <a:rPr lang="en-US" sz="2000" dirty="0" err="1" smtClean="0"/>
              <a:t>Tính</a:t>
            </a:r>
            <a:r>
              <a:rPr lang="en-US" sz="2000" dirty="0" smtClean="0"/>
              <a:t> </a:t>
            </a:r>
            <a:r>
              <a:rPr lang="en-US" sz="2000" dirty="0" err="1"/>
              <a:t>chống</a:t>
            </a:r>
            <a:r>
              <a:rPr lang="en-US" sz="2000" dirty="0"/>
              <a:t> </a:t>
            </a:r>
            <a:r>
              <a:rPr lang="en-US" sz="2000" dirty="0" err="1"/>
              <a:t>chối</a:t>
            </a:r>
            <a:r>
              <a:rPr lang="en-US" sz="2000" dirty="0"/>
              <a:t> </a:t>
            </a:r>
            <a:r>
              <a:rPr lang="en-US" sz="2000" dirty="0" err="1"/>
              <a:t>bỏ</a:t>
            </a:r>
            <a:endParaRPr lang="en-US" sz="2000" dirty="0"/>
          </a:p>
        </p:txBody>
      </p:sp>
      <p:pic>
        <p:nvPicPr>
          <p:cNvPr id="2052" name="Picture 4" descr="4 tính chất của chữ ký s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5502" y="2590737"/>
            <a:ext cx="5715000" cy="1533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92443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992617" y="739140"/>
            <a:ext cx="4227695" cy="400110"/>
          </a:xfrm>
          <a:prstGeom prst="rect">
            <a:avLst/>
          </a:prstGeom>
          <a:noFill/>
        </p:spPr>
        <p:txBody>
          <a:bodyPr wrap="square" rtlCol="0">
            <a:spAutoFit/>
          </a:bodyPr>
          <a:lstStyle/>
          <a:p>
            <a:pPr fontAlgn="base"/>
            <a:r>
              <a:rPr lang="vi-VN" sz="2000" b="1" dirty="0"/>
              <a:t> Đối tượng sử dụng chữ ký số</a:t>
            </a:r>
          </a:p>
        </p:txBody>
      </p:sp>
      <p:sp>
        <p:nvSpPr>
          <p:cNvPr id="51" name="TextBox 50"/>
          <p:cNvSpPr txBox="1"/>
          <p:nvPr/>
        </p:nvSpPr>
        <p:spPr>
          <a:xfrm>
            <a:off x="906779" y="1361295"/>
            <a:ext cx="5917749" cy="2554545"/>
          </a:xfrm>
          <a:prstGeom prst="rect">
            <a:avLst/>
          </a:prstGeom>
          <a:noFill/>
        </p:spPr>
        <p:txBody>
          <a:bodyPr wrap="square" rtlCol="0">
            <a:spAutoFit/>
          </a:bodyPr>
          <a:lstStyle/>
          <a:p>
            <a:pPr marL="342900" indent="-342900">
              <a:buFontTx/>
              <a:buChar char="-"/>
            </a:pPr>
            <a:r>
              <a:rPr lang="en-US" sz="2000" b="1" dirty="0" err="1"/>
              <a:t>Chữ</a:t>
            </a:r>
            <a:r>
              <a:rPr lang="en-US" sz="2000" b="1" dirty="0"/>
              <a:t> </a:t>
            </a:r>
            <a:r>
              <a:rPr lang="en-US" sz="2000" b="1" dirty="0" err="1"/>
              <a:t>ký</a:t>
            </a:r>
            <a:r>
              <a:rPr lang="en-US" sz="2000" b="1" dirty="0"/>
              <a:t> </a:t>
            </a:r>
            <a:r>
              <a:rPr lang="en-US" sz="2000" b="1" dirty="0" err="1"/>
              <a:t>số</a:t>
            </a:r>
            <a:r>
              <a:rPr lang="en-US" sz="2000" b="1" dirty="0"/>
              <a:t> </a:t>
            </a:r>
            <a:r>
              <a:rPr lang="en-US" sz="2000" b="1" dirty="0" err="1"/>
              <a:t>cho</a:t>
            </a:r>
            <a:r>
              <a:rPr lang="en-US" sz="2000" b="1" dirty="0"/>
              <a:t> </a:t>
            </a:r>
            <a:r>
              <a:rPr lang="en-US" sz="2000" b="1" dirty="0" err="1"/>
              <a:t>cá</a:t>
            </a:r>
            <a:r>
              <a:rPr lang="en-US" sz="2000" b="1" dirty="0"/>
              <a:t> </a:t>
            </a:r>
            <a:r>
              <a:rPr lang="en-US" sz="2000" b="1" dirty="0" err="1"/>
              <a:t>nhân</a:t>
            </a:r>
            <a:r>
              <a:rPr lang="en-US" sz="2000" b="1" dirty="0"/>
              <a:t>/</a:t>
            </a:r>
            <a:r>
              <a:rPr lang="en-US" sz="2000" b="1" dirty="0" err="1"/>
              <a:t>cá</a:t>
            </a:r>
            <a:r>
              <a:rPr lang="en-US" sz="2000" b="1" dirty="0"/>
              <a:t> </a:t>
            </a:r>
            <a:r>
              <a:rPr lang="en-US" sz="2000" b="1" dirty="0" err="1"/>
              <a:t>nhân</a:t>
            </a:r>
            <a:r>
              <a:rPr lang="en-US" sz="2000" b="1" dirty="0"/>
              <a:t> </a:t>
            </a:r>
            <a:r>
              <a:rPr lang="en-US" sz="2000" b="1" dirty="0" err="1"/>
              <a:t>thuộc</a:t>
            </a:r>
            <a:r>
              <a:rPr lang="en-US" sz="2000" b="1" dirty="0"/>
              <a:t> </a:t>
            </a:r>
            <a:r>
              <a:rPr lang="en-US" sz="2000" b="1" dirty="0" err="1"/>
              <a:t>tổ</a:t>
            </a:r>
            <a:r>
              <a:rPr lang="en-US" sz="2000" b="1" dirty="0"/>
              <a:t> </a:t>
            </a:r>
            <a:r>
              <a:rPr lang="en-US" sz="2000" b="1" dirty="0" err="1"/>
              <a:t>chức</a:t>
            </a:r>
            <a:r>
              <a:rPr lang="en-US" sz="2000" b="1" dirty="0"/>
              <a:t>/</a:t>
            </a:r>
            <a:r>
              <a:rPr lang="en-US" sz="2000" b="1" dirty="0" err="1"/>
              <a:t>doanh</a:t>
            </a:r>
            <a:r>
              <a:rPr lang="en-US" sz="2000" b="1" dirty="0"/>
              <a:t> </a:t>
            </a:r>
            <a:r>
              <a:rPr lang="en-US" sz="2000" b="1" dirty="0" err="1" smtClean="0"/>
              <a:t>nghiệp</a:t>
            </a:r>
            <a:r>
              <a:rPr lang="en-US" sz="2000" b="1" dirty="0" smtClean="0"/>
              <a:t>:</a:t>
            </a:r>
            <a:r>
              <a:rPr lang="vi-VN" sz="2000" dirty="0"/>
              <a:t> khai nộp thuế thu nhập cá nhân, khai báo trên trang đăng ký kinh doanh hay ký hợp đồng lao động với đơn vị sử dụng lao </a:t>
            </a:r>
            <a:r>
              <a:rPr lang="vi-VN" sz="2000" dirty="0" smtClean="0"/>
              <a:t>động</a:t>
            </a:r>
            <a:r>
              <a:rPr lang="en-US" sz="2000" dirty="0" smtClean="0"/>
              <a:t>.</a:t>
            </a:r>
            <a:endParaRPr lang="en-US" sz="2000" b="1" dirty="0" smtClean="0"/>
          </a:p>
          <a:p>
            <a:pPr marL="342900" indent="-342900">
              <a:buFontTx/>
              <a:buChar char="-"/>
            </a:pPr>
            <a:r>
              <a:rPr lang="en-US" sz="2000" b="1" dirty="0" err="1"/>
              <a:t>Chữ</a:t>
            </a:r>
            <a:r>
              <a:rPr lang="en-US" sz="2000" b="1" dirty="0"/>
              <a:t> </a:t>
            </a:r>
            <a:r>
              <a:rPr lang="en-US" sz="2000" b="1" dirty="0" err="1"/>
              <a:t>ký</a:t>
            </a:r>
            <a:r>
              <a:rPr lang="en-US" sz="2000" b="1" dirty="0"/>
              <a:t> </a:t>
            </a:r>
            <a:r>
              <a:rPr lang="en-US" sz="2000" b="1" dirty="0" err="1"/>
              <a:t>số</a:t>
            </a:r>
            <a:r>
              <a:rPr lang="en-US" sz="2000" b="1" dirty="0"/>
              <a:t> </a:t>
            </a:r>
            <a:r>
              <a:rPr lang="en-US" sz="2000" b="1" dirty="0" err="1"/>
              <a:t>cho</a:t>
            </a:r>
            <a:r>
              <a:rPr lang="en-US" sz="2000" b="1" dirty="0"/>
              <a:t> </a:t>
            </a:r>
            <a:r>
              <a:rPr lang="en-US" sz="2000" b="1" dirty="0" err="1"/>
              <a:t>doanh</a:t>
            </a:r>
            <a:r>
              <a:rPr lang="en-US" sz="2000" b="1" dirty="0"/>
              <a:t> </a:t>
            </a:r>
            <a:r>
              <a:rPr lang="en-US" sz="2000" b="1" dirty="0" err="1"/>
              <a:t>nghiệp</a:t>
            </a:r>
            <a:r>
              <a:rPr lang="en-US" sz="2000" b="1" dirty="0"/>
              <a:t>, </a:t>
            </a:r>
            <a:r>
              <a:rPr lang="en-US" sz="2000" b="1" dirty="0" err="1"/>
              <a:t>tổ</a:t>
            </a:r>
            <a:r>
              <a:rPr lang="en-US" sz="2000" b="1" dirty="0"/>
              <a:t> </a:t>
            </a:r>
            <a:r>
              <a:rPr lang="en-US" sz="2000" b="1" dirty="0" err="1" smtClean="0"/>
              <a:t>chức</a:t>
            </a:r>
            <a:r>
              <a:rPr lang="en-US" sz="2000" b="1" dirty="0" smtClean="0"/>
              <a:t>:</a:t>
            </a:r>
            <a:r>
              <a:rPr lang="en-US" sz="2000" dirty="0"/>
              <a:t> </a:t>
            </a:r>
            <a:r>
              <a:rPr lang="en-US" sz="2000" dirty="0" err="1"/>
              <a:t>mục</a:t>
            </a:r>
            <a:r>
              <a:rPr lang="en-US" sz="2000" dirty="0"/>
              <a:t> </a:t>
            </a:r>
            <a:r>
              <a:rPr lang="en-US" sz="2000" dirty="0" err="1"/>
              <a:t>đích</a:t>
            </a:r>
            <a:r>
              <a:rPr lang="en-US" sz="2000" dirty="0"/>
              <a:t> </a:t>
            </a:r>
            <a:r>
              <a:rPr lang="en-US" sz="2000" dirty="0" err="1"/>
              <a:t>kê</a:t>
            </a:r>
            <a:r>
              <a:rPr lang="en-US" sz="2000" dirty="0"/>
              <a:t> </a:t>
            </a:r>
            <a:r>
              <a:rPr lang="en-US" sz="2000" dirty="0" err="1"/>
              <a:t>khai</a:t>
            </a:r>
            <a:r>
              <a:rPr lang="en-US" sz="2000" dirty="0"/>
              <a:t> </a:t>
            </a:r>
            <a:r>
              <a:rPr lang="en-US" sz="2000" dirty="0" err="1"/>
              <a:t>thuế</a:t>
            </a:r>
            <a:r>
              <a:rPr lang="en-US" sz="2000" dirty="0"/>
              <a:t>, </a:t>
            </a:r>
            <a:r>
              <a:rPr lang="en-US" sz="2000" dirty="0" err="1"/>
              <a:t>nộp</a:t>
            </a:r>
            <a:r>
              <a:rPr lang="en-US" sz="2000" dirty="0"/>
              <a:t> </a:t>
            </a:r>
            <a:r>
              <a:rPr lang="en-US" sz="2000" dirty="0" err="1"/>
              <a:t>thuế</a:t>
            </a:r>
            <a:r>
              <a:rPr lang="en-US" sz="2000" dirty="0"/>
              <a:t>, </a:t>
            </a:r>
            <a:r>
              <a:rPr lang="en-US" sz="2000" dirty="0" err="1"/>
              <a:t>đăng</a:t>
            </a:r>
            <a:r>
              <a:rPr lang="en-US" sz="2000" dirty="0"/>
              <a:t> </a:t>
            </a:r>
            <a:r>
              <a:rPr lang="en-US" sz="2000" dirty="0" err="1"/>
              <a:t>ký</a:t>
            </a:r>
            <a:r>
              <a:rPr lang="en-US" sz="2000" dirty="0"/>
              <a:t> BHXH, </a:t>
            </a:r>
            <a:r>
              <a:rPr lang="en-US" sz="2000" dirty="0" err="1"/>
              <a:t>khai</a:t>
            </a:r>
            <a:r>
              <a:rPr lang="en-US" sz="2000" dirty="0"/>
              <a:t> </a:t>
            </a:r>
            <a:r>
              <a:rPr lang="en-US" sz="2000" dirty="0" err="1"/>
              <a:t>nộp</a:t>
            </a:r>
            <a:r>
              <a:rPr lang="en-US" sz="2000" dirty="0"/>
              <a:t> </a:t>
            </a:r>
            <a:r>
              <a:rPr lang="en-US" sz="2000" dirty="0" err="1"/>
              <a:t>thuế</a:t>
            </a:r>
            <a:r>
              <a:rPr lang="en-US" sz="2000" dirty="0"/>
              <a:t> </a:t>
            </a:r>
            <a:r>
              <a:rPr lang="en-US" sz="2000" dirty="0" err="1"/>
              <a:t>hải</a:t>
            </a:r>
            <a:r>
              <a:rPr lang="en-US" sz="2000" dirty="0"/>
              <a:t> </a:t>
            </a:r>
            <a:r>
              <a:rPr lang="en-US" sz="2000" dirty="0" err="1"/>
              <a:t>quan</a:t>
            </a:r>
            <a:r>
              <a:rPr lang="en-US" sz="2000" dirty="0"/>
              <a:t>,...</a:t>
            </a:r>
          </a:p>
        </p:txBody>
      </p:sp>
      <p:pic>
        <p:nvPicPr>
          <p:cNvPr id="3076" name="Picture 4" descr="đối tượng sử dụng chữ ký s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7889" y="1540342"/>
            <a:ext cx="2539757" cy="1904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9489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954517" y="365760"/>
            <a:ext cx="4227695" cy="400110"/>
          </a:xfrm>
          <a:prstGeom prst="rect">
            <a:avLst/>
          </a:prstGeom>
          <a:noFill/>
        </p:spPr>
        <p:txBody>
          <a:bodyPr wrap="square" rtlCol="0">
            <a:spAutoFit/>
          </a:bodyPr>
          <a:lstStyle/>
          <a:p>
            <a:pPr fontAlgn="base"/>
            <a:r>
              <a:rPr lang="en-US" sz="2000" b="1" dirty="0" err="1"/>
              <a:t>Mục</a:t>
            </a:r>
            <a:r>
              <a:rPr lang="en-US" sz="2000" b="1" dirty="0"/>
              <a:t> </a:t>
            </a:r>
            <a:r>
              <a:rPr lang="en-US" sz="2000" b="1" dirty="0" err="1"/>
              <a:t>đích</a:t>
            </a:r>
            <a:r>
              <a:rPr lang="en-US" sz="2000" b="1" dirty="0"/>
              <a:t> </a:t>
            </a:r>
            <a:r>
              <a:rPr lang="en-US" sz="2000" b="1" dirty="0" err="1"/>
              <a:t>sử</a:t>
            </a:r>
            <a:r>
              <a:rPr lang="en-US" sz="2000" b="1" dirty="0"/>
              <a:t> </a:t>
            </a:r>
            <a:r>
              <a:rPr lang="en-US" sz="2000" b="1" dirty="0" err="1"/>
              <a:t>dụng</a:t>
            </a:r>
            <a:r>
              <a:rPr lang="en-US" sz="2000" b="1" dirty="0"/>
              <a:t> </a:t>
            </a:r>
            <a:r>
              <a:rPr lang="en-US" sz="2000" b="1" dirty="0" err="1"/>
              <a:t>chữ</a:t>
            </a:r>
            <a:r>
              <a:rPr lang="en-US" sz="2000" b="1" dirty="0"/>
              <a:t> </a:t>
            </a:r>
            <a:r>
              <a:rPr lang="en-US" sz="2000" b="1" dirty="0" err="1"/>
              <a:t>ký</a:t>
            </a:r>
            <a:r>
              <a:rPr lang="en-US" sz="2000" b="1" dirty="0"/>
              <a:t> </a:t>
            </a:r>
            <a:r>
              <a:rPr lang="en-US" sz="2000" b="1" dirty="0" err="1"/>
              <a:t>số</a:t>
            </a:r>
            <a:r>
              <a:rPr lang="en-US" sz="2000" b="1" dirty="0"/>
              <a:t>  </a:t>
            </a:r>
          </a:p>
        </p:txBody>
      </p:sp>
      <p:pic>
        <p:nvPicPr>
          <p:cNvPr id="4098" name="Picture 2" descr="mục đích sử dụng chữ ký s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978" y="825341"/>
            <a:ext cx="6764738" cy="4318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1123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954517" y="365760"/>
            <a:ext cx="6177803" cy="707886"/>
          </a:xfrm>
          <a:prstGeom prst="rect">
            <a:avLst/>
          </a:prstGeom>
          <a:noFill/>
        </p:spPr>
        <p:txBody>
          <a:bodyPr wrap="square" rtlCol="0">
            <a:spAutoFit/>
          </a:bodyPr>
          <a:lstStyle/>
          <a:p>
            <a:pPr fontAlgn="base"/>
            <a:r>
              <a:rPr lang="vi-VN" sz="2000" b="1" dirty="0"/>
              <a:t>4 loại chữ ký số đang được sử dụng hiện nay </a:t>
            </a:r>
          </a:p>
          <a:p>
            <a:pPr fontAlgn="base"/>
            <a:r>
              <a:rPr lang="en-US" sz="2000" b="1" dirty="0"/>
              <a:t>  </a:t>
            </a:r>
          </a:p>
        </p:txBody>
      </p:sp>
      <p:pic>
        <p:nvPicPr>
          <p:cNvPr id="5122" name="Picture 2" descr="các loại chữ ký số"/>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1081" y="1073646"/>
            <a:ext cx="6452210" cy="3634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87259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p:cNvSpPr txBox="1"/>
          <p:nvPr/>
        </p:nvSpPr>
        <p:spPr>
          <a:xfrm>
            <a:off x="3051450" y="2284031"/>
            <a:ext cx="6177803" cy="892552"/>
          </a:xfrm>
          <a:prstGeom prst="rect">
            <a:avLst/>
          </a:prstGeom>
          <a:noFill/>
        </p:spPr>
        <p:txBody>
          <a:bodyPr wrap="square" rtlCol="0">
            <a:spAutoFit/>
          </a:bodyPr>
          <a:lstStyle/>
          <a:p>
            <a:pPr fontAlgn="base"/>
            <a:r>
              <a:rPr lang="en-US" sz="3200" b="1" dirty="0" err="1" smtClean="0"/>
              <a:t>Thực</a:t>
            </a:r>
            <a:r>
              <a:rPr lang="en-US" sz="3200" b="1" dirty="0" smtClean="0"/>
              <a:t> </a:t>
            </a:r>
            <a:r>
              <a:rPr lang="en-US" sz="3200" b="1" dirty="0" err="1" smtClean="0"/>
              <a:t>nghiệm</a:t>
            </a:r>
            <a:r>
              <a:rPr lang="vi-VN" sz="3200" b="1" dirty="0"/>
              <a:t> </a:t>
            </a:r>
          </a:p>
          <a:p>
            <a:pPr fontAlgn="base"/>
            <a:r>
              <a:rPr lang="en-US" sz="2000" b="1" dirty="0"/>
              <a:t>  </a:t>
            </a:r>
          </a:p>
        </p:txBody>
      </p:sp>
    </p:spTree>
    <p:extLst>
      <p:ext uri="{BB962C8B-B14F-4D97-AF65-F5344CB8AC3E}">
        <p14:creationId xmlns:p14="http://schemas.microsoft.com/office/powerpoint/2010/main" val="30541482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grpSp>
        <p:nvGrpSpPr>
          <p:cNvPr id="415" name="Google Shape;415;p43"/>
          <p:cNvGrpSpPr/>
          <p:nvPr/>
        </p:nvGrpSpPr>
        <p:grpSpPr>
          <a:xfrm>
            <a:off x="8080010" y="1781"/>
            <a:ext cx="2108597" cy="5139928"/>
            <a:chOff x="7958360" y="1794"/>
            <a:chExt cx="2108597" cy="5139928"/>
          </a:xfrm>
        </p:grpSpPr>
        <p:sp>
          <p:nvSpPr>
            <p:cNvPr id="416" name="Google Shape;416;p43"/>
            <p:cNvSpPr/>
            <p:nvPr/>
          </p:nvSpPr>
          <p:spPr>
            <a:xfrm>
              <a:off x="8660829" y="3240294"/>
              <a:ext cx="1406128" cy="810816"/>
            </a:xfrm>
            <a:custGeom>
              <a:avLst/>
              <a:gdLst/>
              <a:ahLst/>
              <a:cxnLst/>
              <a:rect l="l" t="t" r="r" b="b"/>
              <a:pathLst>
                <a:path w="1181" h="681" extrusionOk="0">
                  <a:moveTo>
                    <a:pt x="591" y="681"/>
                  </a:moveTo>
                  <a:lnTo>
                    <a:pt x="1181" y="340"/>
                  </a:lnTo>
                  <a:lnTo>
                    <a:pt x="591" y="0"/>
                  </a:lnTo>
                  <a:lnTo>
                    <a:pt x="591" y="0"/>
                  </a:lnTo>
                  <a:lnTo>
                    <a:pt x="0" y="340"/>
                  </a:lnTo>
                  <a:lnTo>
                    <a:pt x="591" y="681"/>
                  </a:lnTo>
                  <a:lnTo>
                    <a:pt x="591" y="681"/>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7" name="Google Shape;417;p43"/>
            <p:cNvSpPr/>
            <p:nvPr/>
          </p:nvSpPr>
          <p:spPr>
            <a:xfrm>
              <a:off x="8660829" y="2834291"/>
              <a:ext cx="703659" cy="810816"/>
            </a:xfrm>
            <a:custGeom>
              <a:avLst/>
              <a:gdLst/>
              <a:ahLst/>
              <a:cxnLst/>
              <a:rect l="l" t="t" r="r" b="b"/>
              <a:pathLst>
                <a:path w="591" h="681" extrusionOk="0">
                  <a:moveTo>
                    <a:pt x="591" y="341"/>
                  </a:moveTo>
                  <a:lnTo>
                    <a:pt x="0" y="681"/>
                  </a:lnTo>
                  <a:lnTo>
                    <a:pt x="0" y="0"/>
                  </a:lnTo>
                  <a:lnTo>
                    <a:pt x="591" y="341"/>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8" name="Google Shape;418;p43"/>
            <p:cNvSpPr/>
            <p:nvPr/>
          </p:nvSpPr>
          <p:spPr>
            <a:xfrm>
              <a:off x="7958360" y="1794"/>
              <a:ext cx="702469" cy="3651647"/>
            </a:xfrm>
            <a:custGeom>
              <a:avLst/>
              <a:gdLst/>
              <a:ahLst/>
              <a:cxnLst/>
              <a:rect l="l" t="t" r="r" b="b"/>
              <a:pathLst>
                <a:path w="590" h="3067" extrusionOk="0">
                  <a:moveTo>
                    <a:pt x="0" y="0"/>
                  </a:moveTo>
                  <a:lnTo>
                    <a:pt x="0" y="681"/>
                  </a:lnTo>
                  <a:lnTo>
                    <a:pt x="0" y="1363"/>
                  </a:lnTo>
                  <a:lnTo>
                    <a:pt x="0" y="2045"/>
                  </a:lnTo>
                  <a:lnTo>
                    <a:pt x="0" y="2045"/>
                  </a:lnTo>
                  <a:lnTo>
                    <a:pt x="0" y="2725"/>
                  </a:lnTo>
                  <a:lnTo>
                    <a:pt x="590" y="3067"/>
                  </a:lnTo>
                  <a:lnTo>
                    <a:pt x="590" y="2385"/>
                  </a:lnTo>
                  <a:lnTo>
                    <a:pt x="590" y="1703"/>
                  </a:lnTo>
                  <a:lnTo>
                    <a:pt x="590" y="1023"/>
                  </a:lnTo>
                  <a:lnTo>
                    <a:pt x="590" y="341"/>
                  </a:lnTo>
                  <a:lnTo>
                    <a:pt x="0" y="0"/>
                  </a:lnTo>
                  <a:close/>
                  <a:moveTo>
                    <a:pt x="0" y="2046"/>
                  </a:moveTo>
                  <a:lnTo>
                    <a:pt x="0" y="2045"/>
                  </a:lnTo>
                  <a:lnTo>
                    <a:pt x="0" y="2045"/>
                  </a:lnTo>
                  <a:lnTo>
                    <a:pt x="0" y="204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9" name="Google Shape;419;p43"/>
            <p:cNvSpPr/>
            <p:nvPr/>
          </p:nvSpPr>
          <p:spPr>
            <a:xfrm>
              <a:off x="7958360" y="3518900"/>
              <a:ext cx="1406128" cy="1622822"/>
            </a:xfrm>
            <a:custGeom>
              <a:avLst/>
              <a:gdLst/>
              <a:ahLst/>
              <a:cxnLst/>
              <a:rect l="l" t="t" r="r" b="b"/>
              <a:pathLst>
                <a:path w="1181" h="1363" extrusionOk="0">
                  <a:moveTo>
                    <a:pt x="0" y="682"/>
                  </a:moveTo>
                  <a:lnTo>
                    <a:pt x="0" y="682"/>
                  </a:lnTo>
                  <a:lnTo>
                    <a:pt x="0" y="0"/>
                  </a:lnTo>
                  <a:lnTo>
                    <a:pt x="1181" y="682"/>
                  </a:lnTo>
                  <a:lnTo>
                    <a:pt x="1181" y="1363"/>
                  </a:lnTo>
                  <a:lnTo>
                    <a:pt x="1181" y="1360"/>
                  </a:lnTo>
                  <a:lnTo>
                    <a:pt x="1181" y="1363"/>
                  </a:lnTo>
                  <a:lnTo>
                    <a:pt x="0" y="682"/>
                  </a:lnTo>
                  <a:lnTo>
                    <a:pt x="0" y="682"/>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20" name="Google Shape;420;p43"/>
            <p:cNvSpPr/>
            <p:nvPr/>
          </p:nvSpPr>
          <p:spPr>
            <a:xfrm>
              <a:off x="8310785" y="1794"/>
              <a:ext cx="1470422" cy="4968478"/>
            </a:xfrm>
            <a:custGeom>
              <a:avLst/>
              <a:gdLst/>
              <a:ahLst/>
              <a:cxnLst/>
              <a:rect l="l" t="t" r="r" b="b"/>
              <a:pathLst>
                <a:path w="1235" h="4173" extrusionOk="0">
                  <a:moveTo>
                    <a:pt x="0" y="0"/>
                  </a:moveTo>
                  <a:lnTo>
                    <a:pt x="0" y="3468"/>
                  </a:lnTo>
                  <a:lnTo>
                    <a:pt x="1235" y="4173"/>
                  </a:lnTo>
                </a:path>
              </a:pathLst>
            </a:custGeom>
            <a:noFill/>
            <a:ln w="9525" cap="flat" cmpd="sng">
              <a:solidFill>
                <a:schemeClr val="dk1"/>
              </a:solidFill>
              <a:prstDash val="solid"/>
              <a:miter lim="800000"/>
              <a:headEnd type="none" w="med" len="med"/>
              <a:tailEnd type="none" w="med" len="med"/>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3" name="TextBox 2"/>
          <p:cNvSpPr txBox="1"/>
          <p:nvPr/>
        </p:nvSpPr>
        <p:spPr>
          <a:xfrm>
            <a:off x="2206935" y="1863176"/>
            <a:ext cx="3850106" cy="769441"/>
          </a:xfrm>
          <a:prstGeom prst="rect">
            <a:avLst/>
          </a:prstGeom>
          <a:noFill/>
        </p:spPr>
        <p:txBody>
          <a:bodyPr wrap="square" rtlCol="0">
            <a:spAutoFit/>
          </a:bodyPr>
          <a:lstStyle/>
          <a:p>
            <a:pPr algn="ctr"/>
            <a:r>
              <a:rPr lang="en-US" sz="4400" b="1" dirty="0" smtClean="0"/>
              <a:t>THE END</a:t>
            </a:r>
            <a:endParaRPr lang="en-US" sz="4400" b="1" dirty="0"/>
          </a:p>
        </p:txBody>
      </p:sp>
      <p:sp>
        <p:nvSpPr>
          <p:cNvPr id="4" name="TextBox 3"/>
          <p:cNvSpPr txBox="1"/>
          <p:nvPr/>
        </p:nvSpPr>
        <p:spPr>
          <a:xfrm>
            <a:off x="1606250" y="4482622"/>
            <a:ext cx="6057041" cy="307777"/>
          </a:xfrm>
          <a:prstGeom prst="rect">
            <a:avLst/>
          </a:prstGeom>
          <a:noFill/>
        </p:spPr>
        <p:txBody>
          <a:bodyPr wrap="square" rtlCol="0">
            <a:spAutoFit/>
          </a:bodyPr>
          <a:lstStyle/>
          <a:p>
            <a:r>
              <a:rPr lang="en-US" dirty="0" smtClean="0"/>
              <a:t>XIN CHÂN THÀNH CẢM ƠN THẦY VÀ CÁC BẠN ĐÃ LẮNG NGHE</a:t>
            </a:r>
            <a:endParaRPr lang="en-US" dirty="0"/>
          </a:p>
        </p:txBody>
      </p:sp>
    </p:spTree>
    <p:extLst>
      <p:ext uri="{BB962C8B-B14F-4D97-AF65-F5344CB8AC3E}">
        <p14:creationId xmlns:p14="http://schemas.microsoft.com/office/powerpoint/2010/main" val="1815987995"/>
      </p:ext>
    </p:extLst>
  </p:cSld>
  <p:clrMapOvr>
    <a:masterClrMapping/>
  </p:clrMapOvr>
  <p:timing>
    <p:tnLst>
      <p:par>
        <p:cTn id="1" dur="indefinite" restart="never" nodeType="tmRoot"/>
      </p:par>
    </p:tnLst>
  </p:timing>
</p:sld>
</file>

<file path=ppt/theme/theme1.xml><?xml version="1.0" encoding="utf-8"?>
<a:theme xmlns:a="http://schemas.openxmlformats.org/drawingml/2006/main" name="Peach Fuzz COTY 2024 Design Inspiration by Slidesgo">
  <a:themeElements>
    <a:clrScheme name="Simple Light">
      <a:dk1>
        <a:srgbClr val="2F4044"/>
      </a:dk1>
      <a:lt1>
        <a:srgbClr val="FFFFFF"/>
      </a:lt1>
      <a:dk2>
        <a:srgbClr val="595959"/>
      </a:dk2>
      <a:lt2>
        <a:srgbClr val="FFDCB6"/>
      </a:lt2>
      <a:accent1>
        <a:srgbClr val="E97529"/>
      </a:accent1>
      <a:accent2>
        <a:srgbClr val="FFA85C"/>
      </a:accent2>
      <a:accent3>
        <a:srgbClr val="FFB18D"/>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60</TotalTime>
  <Words>214</Words>
  <Application>Microsoft Office PowerPoint</Application>
  <PresentationFormat>On-screen Show (16:9)</PresentationFormat>
  <Paragraphs>30</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Anek Kannada</vt:lpstr>
      <vt:lpstr>Anek Kannada Medium</vt:lpstr>
      <vt:lpstr>Arial</vt:lpstr>
      <vt:lpstr>Bebas Neue</vt:lpstr>
      <vt:lpstr>Calibri</vt:lpstr>
      <vt:lpstr>Darker Grotesque Black</vt:lpstr>
      <vt:lpstr>Nunito Light</vt:lpstr>
      <vt:lpstr>Peach Fuzz COTY 2024 Design Inspiration by Slidesgo</vt:lpstr>
      <vt:lpstr>An toàn và bảo mật HTTT</vt:lpstr>
      <vt:lpstr>Đề tài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toàn và bảo mật HTTT</dc:title>
  <cp:lastModifiedBy>Microsoft account</cp:lastModifiedBy>
  <cp:revision>13</cp:revision>
  <dcterms:modified xsi:type="dcterms:W3CDTF">2024-05-21T05:45:51Z</dcterms:modified>
</cp:coreProperties>
</file>